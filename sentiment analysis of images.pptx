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98" r:id="rId1"/>
  </p:sldMasterIdLst>
  <p:sldIdLst>
    <p:sldId id="269" r:id="rId2"/>
    <p:sldId id="256" r:id="rId3"/>
    <p:sldId id="270" r:id="rId4"/>
    <p:sldId id="257" r:id="rId5"/>
    <p:sldId id="258" r:id="rId6"/>
    <p:sldId id="259" r:id="rId7"/>
    <p:sldId id="260" r:id="rId8"/>
    <p:sldId id="261" r:id="rId9"/>
    <p:sldId id="262" r:id="rId10"/>
    <p:sldId id="263" r:id="rId11"/>
    <p:sldId id="264" r:id="rId12"/>
    <p:sldId id="281" r:id="rId13"/>
    <p:sldId id="282" r:id="rId14"/>
    <p:sldId id="285" r:id="rId15"/>
    <p:sldId id="286" r:id="rId16"/>
    <p:sldId id="283" r:id="rId17"/>
    <p:sldId id="284" r:id="rId18"/>
    <p:sldId id="272" r:id="rId19"/>
    <p:sldId id="274" r:id="rId20"/>
    <p:sldId id="275" r:id="rId21"/>
    <p:sldId id="276" r:id="rId22"/>
    <p:sldId id="277" r:id="rId23"/>
    <p:sldId id="288" r:id="rId24"/>
    <p:sldId id="289" r:id="rId25"/>
    <p:sldId id="290" r:id="rId26"/>
    <p:sldId id="265" r:id="rId27"/>
    <p:sldId id="280" r:id="rId28"/>
    <p:sldId id="278" r:id="rId29"/>
    <p:sldId id="279" r:id="rId30"/>
    <p:sldId id="266" r:id="rId31"/>
  </p:sldIdLst>
  <p:sldSz cx="18288000" cy="10287000"/>
  <p:notesSz cx="6858000" cy="9144000"/>
  <p:embeddedFontLst>
    <p:embeddedFont>
      <p:font typeface="Century Gothic" panose="020B0502020202020204" pitchFamily="34" charset="0"/>
      <p:regular r:id="rId32"/>
      <p:bold r:id="rId33"/>
      <p:italic r:id="rId34"/>
      <p:boldItalic r:id="rId35"/>
    </p:embeddedFont>
    <p:embeddedFont>
      <p:font typeface="Consolas" panose="020B0609020204030204" pitchFamily="49" charset="0"/>
      <p:regular r:id="rId36"/>
      <p:bold r:id="rId37"/>
      <p:italic r:id="rId38"/>
      <p:boldItalic r:id="rId39"/>
    </p:embeddedFont>
    <p:embeddedFont>
      <p:font typeface="Times New Roman Bold" panose="02020803070505020304" pitchFamily="18" charset="0"/>
      <p:regular r:id="rId40"/>
      <p:bold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0DEB79-DA3B-476A-AF03-3818669FFED2}" v="61" dt="2025-03-22T09:42:24.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44" autoAdjust="0"/>
    <p:restoredTop sz="94622" autoAdjust="0"/>
  </p:normalViewPr>
  <p:slideViewPr>
    <p:cSldViewPr>
      <p:cViewPr>
        <p:scale>
          <a:sx n="33" d="100"/>
          <a:sy n="33" d="100"/>
        </p:scale>
        <p:origin x="1502"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ai kumar" userId="df752b2f3053d7d5" providerId="LiveId" clId="{510DEB79-DA3B-476A-AF03-3818669FFED2}"/>
    <pc:docChg chg="undo redo custSel addSld delSld modSld sldOrd">
      <pc:chgData name="Harisai kumar" userId="df752b2f3053d7d5" providerId="LiveId" clId="{510DEB79-DA3B-476A-AF03-3818669FFED2}" dt="2025-03-23T09:43:39.098" v="636" actId="1076"/>
      <pc:docMkLst>
        <pc:docMk/>
      </pc:docMkLst>
      <pc:sldChg chg="modSp mod">
        <pc:chgData name="Harisai kumar" userId="df752b2f3053d7d5" providerId="LiveId" clId="{510DEB79-DA3B-476A-AF03-3818669FFED2}" dt="2025-03-22T08:49:09.509" v="64" actId="1038"/>
        <pc:sldMkLst>
          <pc:docMk/>
          <pc:sldMk cId="0" sldId="256"/>
        </pc:sldMkLst>
        <pc:spChg chg="mod">
          <ac:chgData name="Harisai kumar" userId="df752b2f3053d7d5" providerId="LiveId" clId="{510DEB79-DA3B-476A-AF03-3818669FFED2}" dt="2025-03-22T08:49:09.509" v="64" actId="1038"/>
          <ac:spMkLst>
            <pc:docMk/>
            <pc:sldMk cId="0" sldId="256"/>
            <ac:spMk id="2" creationId="{00000000-0000-0000-0000-000000000000}"/>
          </ac:spMkLst>
        </pc:spChg>
      </pc:sldChg>
      <pc:sldChg chg="addSp modSp mod">
        <pc:chgData name="Harisai kumar" userId="df752b2f3053d7d5" providerId="LiveId" clId="{510DEB79-DA3B-476A-AF03-3818669FFED2}" dt="2025-03-22T09:26:02.407" v="350" actId="14100"/>
        <pc:sldMkLst>
          <pc:docMk/>
          <pc:sldMk cId="0" sldId="264"/>
        </pc:sldMkLst>
        <pc:spChg chg="mod">
          <ac:chgData name="Harisai kumar" userId="df752b2f3053d7d5" providerId="LiveId" clId="{510DEB79-DA3B-476A-AF03-3818669FFED2}" dt="2025-03-22T09:26:02.407" v="350" actId="14100"/>
          <ac:spMkLst>
            <pc:docMk/>
            <pc:sldMk cId="0" sldId="264"/>
            <ac:spMk id="3" creationId="{00000000-0000-0000-0000-000000000000}"/>
          </ac:spMkLst>
        </pc:spChg>
        <pc:spChg chg="add mod">
          <ac:chgData name="Harisai kumar" userId="df752b2f3053d7d5" providerId="LiveId" clId="{510DEB79-DA3B-476A-AF03-3818669FFED2}" dt="2025-03-22T09:25:59.224" v="349" actId="14100"/>
          <ac:spMkLst>
            <pc:docMk/>
            <pc:sldMk cId="0" sldId="264"/>
            <ac:spMk id="4" creationId="{CFC12E82-246E-1E1A-E3A6-CE25F51CD8EA}"/>
          </ac:spMkLst>
        </pc:spChg>
      </pc:sldChg>
      <pc:sldChg chg="addSp delSp modSp mod">
        <pc:chgData name="Harisai kumar" userId="df752b2f3053d7d5" providerId="LiveId" clId="{510DEB79-DA3B-476A-AF03-3818669FFED2}" dt="2025-03-22T09:42:02.651" v="546" actId="14100"/>
        <pc:sldMkLst>
          <pc:docMk/>
          <pc:sldMk cId="0" sldId="265"/>
        </pc:sldMkLst>
        <pc:spChg chg="del">
          <ac:chgData name="Harisai kumar" userId="df752b2f3053d7d5" providerId="LiveId" clId="{510DEB79-DA3B-476A-AF03-3818669FFED2}" dt="2025-03-22T09:41:00.766" v="520" actId="478"/>
          <ac:spMkLst>
            <pc:docMk/>
            <pc:sldMk cId="0" sldId="265"/>
            <ac:spMk id="2" creationId="{00000000-0000-0000-0000-000000000000}"/>
          </ac:spMkLst>
        </pc:spChg>
        <pc:spChg chg="del mod">
          <ac:chgData name="Harisai kumar" userId="df752b2f3053d7d5" providerId="LiveId" clId="{510DEB79-DA3B-476A-AF03-3818669FFED2}" dt="2025-03-22T09:41:34.285" v="533" actId="478"/>
          <ac:spMkLst>
            <pc:docMk/>
            <pc:sldMk cId="0" sldId="265"/>
            <ac:spMk id="3" creationId="{00000000-0000-0000-0000-000000000000}"/>
          </ac:spMkLst>
        </pc:spChg>
        <pc:spChg chg="add mod">
          <ac:chgData name="Harisai kumar" userId="df752b2f3053d7d5" providerId="LiveId" clId="{510DEB79-DA3B-476A-AF03-3818669FFED2}" dt="2025-03-22T09:41:44.321" v="541" actId="404"/>
          <ac:spMkLst>
            <pc:docMk/>
            <pc:sldMk cId="0" sldId="265"/>
            <ac:spMk id="5" creationId="{02A887EC-8074-A931-C943-3FF3BA76A9B0}"/>
          </ac:spMkLst>
        </pc:spChg>
        <pc:spChg chg="add del">
          <ac:chgData name="Harisai kumar" userId="df752b2f3053d7d5" providerId="LiveId" clId="{510DEB79-DA3B-476A-AF03-3818669FFED2}" dt="2025-03-22T09:41:47.547" v="543" actId="22"/>
          <ac:spMkLst>
            <pc:docMk/>
            <pc:sldMk cId="0" sldId="265"/>
            <ac:spMk id="7" creationId="{F03B807D-3AFD-FEAB-3613-75D08491DD7C}"/>
          </ac:spMkLst>
        </pc:spChg>
        <pc:picChg chg="add mod">
          <ac:chgData name="Harisai kumar" userId="df752b2f3053d7d5" providerId="LiveId" clId="{510DEB79-DA3B-476A-AF03-3818669FFED2}" dt="2025-03-22T09:42:02.651" v="546" actId="14100"/>
          <ac:picMkLst>
            <pc:docMk/>
            <pc:sldMk cId="0" sldId="265"/>
            <ac:picMk id="8" creationId="{DE9EF05B-D716-DE14-24A7-4601E5346764}"/>
          </ac:picMkLst>
        </pc:picChg>
      </pc:sldChg>
      <pc:sldChg chg="modSp mod">
        <pc:chgData name="Harisai kumar" userId="df752b2f3053d7d5" providerId="LiveId" clId="{510DEB79-DA3B-476A-AF03-3818669FFED2}" dt="2025-03-22T09:45:25.246" v="628" actId="255"/>
        <pc:sldMkLst>
          <pc:docMk/>
          <pc:sldMk cId="0" sldId="266"/>
        </pc:sldMkLst>
        <pc:spChg chg="mod">
          <ac:chgData name="Harisai kumar" userId="df752b2f3053d7d5" providerId="LiveId" clId="{510DEB79-DA3B-476A-AF03-3818669FFED2}" dt="2025-03-22T09:45:25.246" v="628" actId="255"/>
          <ac:spMkLst>
            <pc:docMk/>
            <pc:sldMk cId="0" sldId="266"/>
            <ac:spMk id="2" creationId="{00000000-0000-0000-0000-000000000000}"/>
          </ac:spMkLst>
        </pc:spChg>
      </pc:sldChg>
      <pc:sldChg chg="addSp delSp modSp mod">
        <pc:chgData name="Harisai kumar" userId="df752b2f3053d7d5" providerId="LiveId" clId="{510DEB79-DA3B-476A-AF03-3818669FFED2}" dt="2025-03-22T08:48:36.276" v="63" actId="14100"/>
        <pc:sldMkLst>
          <pc:docMk/>
          <pc:sldMk cId="1559711204" sldId="269"/>
        </pc:sldMkLst>
        <pc:spChg chg="mod">
          <ac:chgData name="Harisai kumar" userId="df752b2f3053d7d5" providerId="LiveId" clId="{510DEB79-DA3B-476A-AF03-3818669FFED2}" dt="2025-03-22T08:48:26.957" v="61" actId="1076"/>
          <ac:spMkLst>
            <pc:docMk/>
            <pc:sldMk cId="1559711204" sldId="269"/>
            <ac:spMk id="5" creationId="{680F04E5-0587-176F-BFAB-665E162FFAF4}"/>
          </ac:spMkLst>
        </pc:spChg>
        <pc:spChg chg="mod">
          <ac:chgData name="Harisai kumar" userId="df752b2f3053d7d5" providerId="LiveId" clId="{510DEB79-DA3B-476A-AF03-3818669FFED2}" dt="2025-03-22T08:48:20.832" v="60" actId="1076"/>
          <ac:spMkLst>
            <pc:docMk/>
            <pc:sldMk cId="1559711204" sldId="269"/>
            <ac:spMk id="7" creationId="{84B86303-CFCE-195B-CCBF-FA222AE24C15}"/>
          </ac:spMkLst>
        </pc:spChg>
        <pc:spChg chg="mod">
          <ac:chgData name="Harisai kumar" userId="df752b2f3053d7d5" providerId="LiveId" clId="{510DEB79-DA3B-476A-AF03-3818669FFED2}" dt="2025-03-22T08:48:20.832" v="60" actId="1076"/>
          <ac:spMkLst>
            <pc:docMk/>
            <pc:sldMk cId="1559711204" sldId="269"/>
            <ac:spMk id="11" creationId="{854ABB82-ABA4-7135-E1D3-18DBE03E40D0}"/>
          </ac:spMkLst>
        </pc:spChg>
        <pc:spChg chg="mod">
          <ac:chgData name="Harisai kumar" userId="df752b2f3053d7d5" providerId="LiveId" clId="{510DEB79-DA3B-476A-AF03-3818669FFED2}" dt="2025-03-22T08:48:36.276" v="63" actId="14100"/>
          <ac:spMkLst>
            <pc:docMk/>
            <pc:sldMk cId="1559711204" sldId="269"/>
            <ac:spMk id="14" creationId="{69C1C6C8-8E28-8B1D-6E3C-BDACF3996D48}"/>
          </ac:spMkLst>
        </pc:spChg>
        <pc:picChg chg="add mod">
          <ac:chgData name="Harisai kumar" userId="df752b2f3053d7d5" providerId="LiveId" clId="{510DEB79-DA3B-476A-AF03-3818669FFED2}" dt="2025-03-22T08:48:04.187" v="59" actId="1076"/>
          <ac:picMkLst>
            <pc:docMk/>
            <pc:sldMk cId="1559711204" sldId="269"/>
            <ac:picMk id="3" creationId="{DB7A600F-167C-F994-7AE0-352FEE73716F}"/>
          </ac:picMkLst>
        </pc:picChg>
        <pc:picChg chg="del">
          <ac:chgData name="Harisai kumar" userId="df752b2f3053d7d5" providerId="LiveId" clId="{510DEB79-DA3B-476A-AF03-3818669FFED2}" dt="2025-03-22T08:46:25.258" v="7" actId="478"/>
          <ac:picMkLst>
            <pc:docMk/>
            <pc:sldMk cId="1559711204" sldId="269"/>
            <ac:picMk id="12" creationId="{F69F63A3-E926-E295-E975-DAB89B56FAED}"/>
          </ac:picMkLst>
        </pc:picChg>
      </pc:sldChg>
      <pc:sldChg chg="modSp mod">
        <pc:chgData name="Harisai kumar" userId="df752b2f3053d7d5" providerId="LiveId" clId="{510DEB79-DA3B-476A-AF03-3818669FFED2}" dt="2025-03-22T09:42:59.624" v="626" actId="14100"/>
        <pc:sldMkLst>
          <pc:docMk/>
          <pc:sldMk cId="3490974287" sldId="270"/>
        </pc:sldMkLst>
        <pc:spChg chg="mod">
          <ac:chgData name="Harisai kumar" userId="df752b2f3053d7d5" providerId="LiveId" clId="{510DEB79-DA3B-476A-AF03-3818669FFED2}" dt="2025-03-22T09:42:59.624" v="626" actId="14100"/>
          <ac:spMkLst>
            <pc:docMk/>
            <pc:sldMk cId="3490974287" sldId="270"/>
            <ac:spMk id="6" creationId="{641853D2-0DEA-677F-B529-B678523BC089}"/>
          </ac:spMkLst>
        </pc:spChg>
      </pc:sldChg>
      <pc:sldChg chg="del ord">
        <pc:chgData name="Harisai kumar" userId="df752b2f3053d7d5" providerId="LiveId" clId="{510DEB79-DA3B-476A-AF03-3818669FFED2}" dt="2025-03-23T09:43:03.464" v="630" actId="47"/>
        <pc:sldMkLst>
          <pc:docMk/>
          <pc:sldMk cId="42507027" sldId="271"/>
        </pc:sldMkLst>
      </pc:sldChg>
      <pc:sldChg chg="addSp delSp modSp mod">
        <pc:chgData name="Harisai kumar" userId="df752b2f3053d7d5" providerId="LiveId" clId="{510DEB79-DA3B-476A-AF03-3818669FFED2}" dt="2025-03-22T09:27:40.832" v="370" actId="14100"/>
        <pc:sldMkLst>
          <pc:docMk/>
          <pc:sldMk cId="3487417323" sldId="272"/>
        </pc:sldMkLst>
        <pc:spChg chg="add del mod">
          <ac:chgData name="Harisai kumar" userId="df752b2f3053d7d5" providerId="LiveId" clId="{510DEB79-DA3B-476A-AF03-3818669FFED2}" dt="2025-03-22T09:27:16.146" v="367" actId="122"/>
          <ac:spMkLst>
            <pc:docMk/>
            <pc:sldMk cId="3487417323" sldId="272"/>
            <ac:spMk id="3" creationId="{3B0DD55D-C398-732D-1650-BBDA4602DE60}"/>
          </ac:spMkLst>
        </pc:spChg>
        <pc:picChg chg="add mod">
          <ac:chgData name="Harisai kumar" userId="df752b2f3053d7d5" providerId="LiveId" clId="{510DEB79-DA3B-476A-AF03-3818669FFED2}" dt="2025-03-22T09:27:40.832" v="370" actId="14100"/>
          <ac:picMkLst>
            <pc:docMk/>
            <pc:sldMk cId="3487417323" sldId="272"/>
            <ac:picMk id="2" creationId="{8AB54704-9B7E-C48B-86CD-1B696345D828}"/>
          </ac:picMkLst>
        </pc:picChg>
      </pc:sldChg>
      <pc:sldChg chg="delSp modSp del mod">
        <pc:chgData name="Harisai kumar" userId="df752b2f3053d7d5" providerId="LiveId" clId="{510DEB79-DA3B-476A-AF03-3818669FFED2}" dt="2025-03-22T09:30:13.590" v="377" actId="47"/>
        <pc:sldMkLst>
          <pc:docMk/>
          <pc:sldMk cId="3477413689" sldId="273"/>
        </pc:sldMkLst>
        <pc:spChg chg="del mod">
          <ac:chgData name="Harisai kumar" userId="df752b2f3053d7d5" providerId="LiveId" clId="{510DEB79-DA3B-476A-AF03-3818669FFED2}" dt="2025-03-22T09:27:52.449" v="374"/>
          <ac:spMkLst>
            <pc:docMk/>
            <pc:sldMk cId="3477413689" sldId="273"/>
            <ac:spMk id="2" creationId="{FBE98416-BAD5-193F-D04C-FAA26C6743F9}"/>
          </ac:spMkLst>
        </pc:spChg>
      </pc:sldChg>
      <pc:sldChg chg="addSp modSp mod">
        <pc:chgData name="Harisai kumar" userId="df752b2f3053d7d5" providerId="LiveId" clId="{510DEB79-DA3B-476A-AF03-3818669FFED2}" dt="2025-03-22T09:31:55.447" v="390" actId="14100"/>
        <pc:sldMkLst>
          <pc:docMk/>
          <pc:sldMk cId="67999863" sldId="274"/>
        </pc:sldMkLst>
        <pc:spChg chg="mod">
          <ac:chgData name="Harisai kumar" userId="df752b2f3053d7d5" providerId="LiveId" clId="{510DEB79-DA3B-476A-AF03-3818669FFED2}" dt="2025-03-22T09:30:04.867" v="375" actId="6549"/>
          <ac:spMkLst>
            <pc:docMk/>
            <pc:sldMk cId="67999863" sldId="274"/>
            <ac:spMk id="2" creationId="{2799329B-F18E-5846-08EA-164273B6BC2F}"/>
          </ac:spMkLst>
        </pc:spChg>
        <pc:picChg chg="add mod">
          <ac:chgData name="Harisai kumar" userId="df752b2f3053d7d5" providerId="LiveId" clId="{510DEB79-DA3B-476A-AF03-3818669FFED2}" dt="2025-03-22T09:31:55.447" v="390" actId="14100"/>
          <ac:picMkLst>
            <pc:docMk/>
            <pc:sldMk cId="67999863" sldId="274"/>
            <ac:picMk id="4" creationId="{E396463C-397A-1141-D37F-6D94A0ABC3AD}"/>
          </ac:picMkLst>
        </pc:picChg>
      </pc:sldChg>
      <pc:sldChg chg="addSp delSp modSp mod">
        <pc:chgData name="Harisai kumar" userId="df752b2f3053d7d5" providerId="LiveId" clId="{510DEB79-DA3B-476A-AF03-3818669FFED2}" dt="2025-03-22T09:32:03.150" v="392" actId="14100"/>
        <pc:sldMkLst>
          <pc:docMk/>
          <pc:sldMk cId="3060214995" sldId="275"/>
        </pc:sldMkLst>
        <pc:spChg chg="del mod">
          <ac:chgData name="Harisai kumar" userId="df752b2f3053d7d5" providerId="LiveId" clId="{510DEB79-DA3B-476A-AF03-3818669FFED2}" dt="2025-03-22T09:31:09.547" v="384"/>
          <ac:spMkLst>
            <pc:docMk/>
            <pc:sldMk cId="3060214995" sldId="275"/>
            <ac:spMk id="2" creationId="{7816665C-8CDD-E343-2518-65207CC09788}"/>
          </ac:spMkLst>
        </pc:spChg>
        <pc:picChg chg="add del">
          <ac:chgData name="Harisai kumar" userId="df752b2f3053d7d5" providerId="LiveId" clId="{510DEB79-DA3B-476A-AF03-3818669FFED2}" dt="2025-03-22T09:31:09.546" v="382" actId="478"/>
          <ac:picMkLst>
            <pc:docMk/>
            <pc:sldMk cId="3060214995" sldId="275"/>
            <ac:picMk id="4" creationId="{8DAF43B1-F6D6-65C1-14E8-48EAAD6B7639}"/>
          </ac:picMkLst>
        </pc:picChg>
        <pc:picChg chg="add mod">
          <ac:chgData name="Harisai kumar" userId="df752b2f3053d7d5" providerId="LiveId" clId="{510DEB79-DA3B-476A-AF03-3818669FFED2}" dt="2025-03-22T09:32:03.150" v="392" actId="14100"/>
          <ac:picMkLst>
            <pc:docMk/>
            <pc:sldMk cId="3060214995" sldId="275"/>
            <ac:picMk id="6" creationId="{AA6F9FD9-47BA-F6A8-5595-0FAD6AF2F42F}"/>
          </ac:picMkLst>
        </pc:picChg>
      </pc:sldChg>
      <pc:sldChg chg="ord">
        <pc:chgData name="Harisai kumar" userId="df752b2f3053d7d5" providerId="LiveId" clId="{510DEB79-DA3B-476A-AF03-3818669FFED2}" dt="2025-03-22T09:36:34.049" v="440"/>
        <pc:sldMkLst>
          <pc:docMk/>
          <pc:sldMk cId="3519838546" sldId="276"/>
        </pc:sldMkLst>
      </pc:sldChg>
      <pc:sldChg chg="modSp mod ord">
        <pc:chgData name="Harisai kumar" userId="df752b2f3053d7d5" providerId="LiveId" clId="{510DEB79-DA3B-476A-AF03-3818669FFED2}" dt="2025-03-22T09:36:51.431" v="445" actId="1076"/>
        <pc:sldMkLst>
          <pc:docMk/>
          <pc:sldMk cId="482551064" sldId="277"/>
        </pc:sldMkLst>
        <pc:spChg chg="mod">
          <ac:chgData name="Harisai kumar" userId="df752b2f3053d7d5" providerId="LiveId" clId="{510DEB79-DA3B-476A-AF03-3818669FFED2}" dt="2025-03-22T09:36:45.590" v="444" actId="113"/>
          <ac:spMkLst>
            <pc:docMk/>
            <pc:sldMk cId="482551064" sldId="277"/>
            <ac:spMk id="4" creationId="{229091FD-D27A-9CB7-224E-13C06CE3EE27}"/>
          </ac:spMkLst>
        </pc:spChg>
        <pc:picChg chg="mod">
          <ac:chgData name="Harisai kumar" userId="df752b2f3053d7d5" providerId="LiveId" clId="{510DEB79-DA3B-476A-AF03-3818669FFED2}" dt="2025-03-22T09:36:51.431" v="445" actId="1076"/>
          <ac:picMkLst>
            <pc:docMk/>
            <pc:sldMk cId="482551064" sldId="277"/>
            <ac:picMk id="3" creationId="{94AC7182-3FEB-5FDA-0E42-9D516091EFB6}"/>
          </ac:picMkLst>
        </pc:picChg>
      </pc:sldChg>
      <pc:sldChg chg="modSp mod">
        <pc:chgData name="Harisai kumar" userId="df752b2f3053d7d5" providerId="LiveId" clId="{510DEB79-DA3B-476A-AF03-3818669FFED2}" dt="2025-03-23T09:43:39.098" v="636" actId="1076"/>
        <pc:sldMkLst>
          <pc:docMk/>
          <pc:sldMk cId="2440286380" sldId="280"/>
        </pc:sldMkLst>
        <pc:spChg chg="mod">
          <ac:chgData name="Harisai kumar" userId="df752b2f3053d7d5" providerId="LiveId" clId="{510DEB79-DA3B-476A-AF03-3818669FFED2}" dt="2025-03-23T09:43:39.098" v="636" actId="1076"/>
          <ac:spMkLst>
            <pc:docMk/>
            <pc:sldMk cId="2440286380" sldId="280"/>
            <ac:spMk id="2" creationId="{F8881E55-EE8C-8404-F3F1-6D728641FBA4}"/>
          </ac:spMkLst>
        </pc:spChg>
      </pc:sldChg>
      <pc:sldChg chg="modSp add mod">
        <pc:chgData name="Harisai kumar" userId="df752b2f3053d7d5" providerId="LiveId" clId="{510DEB79-DA3B-476A-AF03-3818669FFED2}" dt="2025-03-22T08:53:38.780" v="132" actId="1076"/>
        <pc:sldMkLst>
          <pc:docMk/>
          <pc:sldMk cId="2321678776" sldId="281"/>
        </pc:sldMkLst>
        <pc:spChg chg="mod">
          <ac:chgData name="Harisai kumar" userId="df752b2f3053d7d5" providerId="LiveId" clId="{510DEB79-DA3B-476A-AF03-3818669FFED2}" dt="2025-03-22T08:53:38.780" v="132" actId="1076"/>
          <ac:spMkLst>
            <pc:docMk/>
            <pc:sldMk cId="2321678776" sldId="281"/>
            <ac:spMk id="3" creationId="{DEF50DCB-EF73-E2F1-6936-C74D0C577F33}"/>
          </ac:spMkLst>
        </pc:spChg>
      </pc:sldChg>
      <pc:sldChg chg="addSp delSp modSp new mod">
        <pc:chgData name="Harisai kumar" userId="df752b2f3053d7d5" providerId="LiveId" clId="{510DEB79-DA3B-476A-AF03-3818669FFED2}" dt="2025-03-22T09:03:12.422" v="192" actId="1076"/>
        <pc:sldMkLst>
          <pc:docMk/>
          <pc:sldMk cId="1632400748" sldId="282"/>
        </pc:sldMkLst>
        <pc:spChg chg="add del mod">
          <ac:chgData name="Harisai kumar" userId="df752b2f3053d7d5" providerId="LiveId" clId="{510DEB79-DA3B-476A-AF03-3818669FFED2}" dt="2025-03-22T08:54:12.950" v="139"/>
          <ac:spMkLst>
            <pc:docMk/>
            <pc:sldMk cId="1632400748" sldId="282"/>
            <ac:spMk id="3" creationId="{D18AE4FD-8336-B9E7-476A-54E36A4F5AE7}"/>
          </ac:spMkLst>
        </pc:spChg>
        <pc:spChg chg="add mod">
          <ac:chgData name="Harisai kumar" userId="df752b2f3053d7d5" providerId="LiveId" clId="{510DEB79-DA3B-476A-AF03-3818669FFED2}" dt="2025-03-22T08:54:44.588" v="182" actId="1076"/>
          <ac:spMkLst>
            <pc:docMk/>
            <pc:sldMk cId="1632400748" sldId="282"/>
            <ac:spMk id="4" creationId="{A342B95D-BA60-663C-F2C5-25A3B8901478}"/>
          </ac:spMkLst>
        </pc:spChg>
        <pc:picChg chg="add del mod">
          <ac:chgData name="Harisai kumar" userId="df752b2f3053d7d5" providerId="LiveId" clId="{510DEB79-DA3B-476A-AF03-3818669FFED2}" dt="2025-03-22T08:56:45.827" v="189" actId="478"/>
          <ac:picMkLst>
            <pc:docMk/>
            <pc:sldMk cId="1632400748" sldId="282"/>
            <ac:picMk id="5" creationId="{62182CBB-61A9-A136-0233-C45D9029C21E}"/>
          </ac:picMkLst>
        </pc:picChg>
        <pc:picChg chg="add del mod">
          <ac:chgData name="Harisai kumar" userId="df752b2f3053d7d5" providerId="LiveId" clId="{510DEB79-DA3B-476A-AF03-3818669FFED2}" dt="2025-03-22T08:56:45.009" v="188" actId="478"/>
          <ac:picMkLst>
            <pc:docMk/>
            <pc:sldMk cId="1632400748" sldId="282"/>
            <ac:picMk id="6" creationId="{66FBB109-78AD-60B8-A736-4AEA942D034C}"/>
          </ac:picMkLst>
        </pc:picChg>
        <pc:picChg chg="add mod">
          <ac:chgData name="Harisai kumar" userId="df752b2f3053d7d5" providerId="LiveId" clId="{510DEB79-DA3B-476A-AF03-3818669FFED2}" dt="2025-03-22T09:03:12.422" v="192" actId="1076"/>
          <ac:picMkLst>
            <pc:docMk/>
            <pc:sldMk cId="1632400748" sldId="282"/>
            <ac:picMk id="1026" creationId="{CD7A4EC8-3888-F37F-F56F-EE144A200F58}"/>
          </ac:picMkLst>
        </pc:picChg>
      </pc:sldChg>
      <pc:sldChg chg="addSp delSp modSp new mod">
        <pc:chgData name="Harisai kumar" userId="df752b2f3053d7d5" providerId="LiveId" clId="{510DEB79-DA3B-476A-AF03-3818669FFED2}" dt="2025-03-22T09:22:50.838" v="307" actId="20577"/>
        <pc:sldMkLst>
          <pc:docMk/>
          <pc:sldMk cId="2794287695" sldId="283"/>
        </pc:sldMkLst>
        <pc:spChg chg="add del">
          <ac:chgData name="Harisai kumar" userId="df752b2f3053d7d5" providerId="LiveId" clId="{510DEB79-DA3B-476A-AF03-3818669FFED2}" dt="2025-03-22T09:13:46.755" v="257" actId="22"/>
          <ac:spMkLst>
            <pc:docMk/>
            <pc:sldMk cId="2794287695" sldId="283"/>
            <ac:spMk id="3" creationId="{102F1D9E-B883-7260-9CA5-3140E0E113B5}"/>
          </ac:spMkLst>
        </pc:spChg>
        <pc:spChg chg="add del">
          <ac:chgData name="Harisai kumar" userId="df752b2f3053d7d5" providerId="LiveId" clId="{510DEB79-DA3B-476A-AF03-3818669FFED2}" dt="2025-03-22T09:13:51.792" v="259" actId="22"/>
          <ac:spMkLst>
            <pc:docMk/>
            <pc:sldMk cId="2794287695" sldId="283"/>
            <ac:spMk id="5" creationId="{578C8C51-1F6C-FFF9-009F-1C83C7081BF0}"/>
          </ac:spMkLst>
        </pc:spChg>
        <pc:spChg chg="add mod">
          <ac:chgData name="Harisai kumar" userId="df752b2f3053d7d5" providerId="LiveId" clId="{510DEB79-DA3B-476A-AF03-3818669FFED2}" dt="2025-03-22T09:22:50.838" v="307" actId="20577"/>
          <ac:spMkLst>
            <pc:docMk/>
            <pc:sldMk cId="2794287695" sldId="283"/>
            <ac:spMk id="7" creationId="{A1582600-4BFA-9724-0C73-E50EDE61B49E}"/>
          </ac:spMkLst>
        </pc:spChg>
        <pc:picChg chg="add mod">
          <ac:chgData name="Harisai kumar" userId="df752b2f3053d7d5" providerId="LiveId" clId="{510DEB79-DA3B-476A-AF03-3818669FFED2}" dt="2025-03-22T09:14:44.967" v="265"/>
          <ac:picMkLst>
            <pc:docMk/>
            <pc:sldMk cId="2794287695" sldId="283"/>
            <ac:picMk id="8" creationId="{5A0A0E1F-C37F-005D-F888-56BC3ED91FB3}"/>
          </ac:picMkLst>
        </pc:picChg>
        <pc:picChg chg="add mod">
          <ac:chgData name="Harisai kumar" userId="df752b2f3053d7d5" providerId="LiveId" clId="{510DEB79-DA3B-476A-AF03-3818669FFED2}" dt="2025-03-22T09:17:19.376" v="269" actId="1076"/>
          <ac:picMkLst>
            <pc:docMk/>
            <pc:sldMk cId="2794287695" sldId="283"/>
            <ac:picMk id="5122" creationId="{7BDB8D19-5CB8-87F0-E8F0-77324635998B}"/>
          </ac:picMkLst>
        </pc:picChg>
      </pc:sldChg>
      <pc:sldChg chg="addSp delSp modSp new mod">
        <pc:chgData name="Harisai kumar" userId="df752b2f3053d7d5" providerId="LiveId" clId="{510DEB79-DA3B-476A-AF03-3818669FFED2}" dt="2025-03-22T09:24:16.447" v="336" actId="20577"/>
        <pc:sldMkLst>
          <pc:docMk/>
          <pc:sldMk cId="3610588331" sldId="284"/>
        </pc:sldMkLst>
        <pc:spChg chg="add del mod">
          <ac:chgData name="Harisai kumar" userId="df752b2f3053d7d5" providerId="LiveId" clId="{510DEB79-DA3B-476A-AF03-3818669FFED2}" dt="2025-03-22T09:24:16.447" v="336" actId="20577"/>
          <ac:spMkLst>
            <pc:docMk/>
            <pc:sldMk cId="3610588331" sldId="284"/>
            <ac:spMk id="3" creationId="{F191C045-92C7-2DA7-9AFA-0F8A67F397A0}"/>
          </ac:spMkLst>
        </pc:spChg>
        <pc:picChg chg="add mod">
          <ac:chgData name="Harisai kumar" userId="df752b2f3053d7d5" providerId="LiveId" clId="{510DEB79-DA3B-476A-AF03-3818669FFED2}" dt="2025-03-22T09:23:22.805" v="314" actId="1076"/>
          <ac:picMkLst>
            <pc:docMk/>
            <pc:sldMk cId="3610588331" sldId="284"/>
            <ac:picMk id="6146" creationId="{AA6D4738-0ECC-60FB-AD7D-CD0B3E3F6850}"/>
          </ac:picMkLst>
        </pc:picChg>
      </pc:sldChg>
      <pc:sldChg chg="addSp modSp new mod">
        <pc:chgData name="Harisai kumar" userId="df752b2f3053d7d5" providerId="LiveId" clId="{510DEB79-DA3B-476A-AF03-3818669FFED2}" dt="2025-03-22T09:03:56.849" v="210" actId="14100"/>
        <pc:sldMkLst>
          <pc:docMk/>
          <pc:sldMk cId="2778443355" sldId="285"/>
        </pc:sldMkLst>
        <pc:spChg chg="add mod">
          <ac:chgData name="Harisai kumar" userId="df752b2f3053d7d5" providerId="LiveId" clId="{510DEB79-DA3B-476A-AF03-3818669FFED2}" dt="2025-03-22T09:03:27.377" v="207" actId="20577"/>
          <ac:spMkLst>
            <pc:docMk/>
            <pc:sldMk cId="2778443355" sldId="285"/>
            <ac:spMk id="2" creationId="{B38A8610-3D07-DC0D-7375-2E3A2954A29F}"/>
          </ac:spMkLst>
        </pc:spChg>
        <pc:picChg chg="add mod">
          <ac:chgData name="Harisai kumar" userId="df752b2f3053d7d5" providerId="LiveId" clId="{510DEB79-DA3B-476A-AF03-3818669FFED2}" dt="2025-03-22T09:03:56.849" v="210" actId="14100"/>
          <ac:picMkLst>
            <pc:docMk/>
            <pc:sldMk cId="2778443355" sldId="285"/>
            <ac:picMk id="2050" creationId="{F5CC4A76-C323-E95B-CFDE-7EA6E1C647A3}"/>
          </ac:picMkLst>
        </pc:picChg>
      </pc:sldChg>
      <pc:sldChg chg="addSp delSp modSp new mod">
        <pc:chgData name="Harisai kumar" userId="df752b2f3053d7d5" providerId="LiveId" clId="{510DEB79-DA3B-476A-AF03-3818669FFED2}" dt="2025-03-22T09:06:26.449" v="228" actId="1076"/>
        <pc:sldMkLst>
          <pc:docMk/>
          <pc:sldMk cId="37333299" sldId="286"/>
        </pc:sldMkLst>
        <pc:spChg chg="add del">
          <ac:chgData name="Harisai kumar" userId="df752b2f3053d7d5" providerId="LiveId" clId="{510DEB79-DA3B-476A-AF03-3818669FFED2}" dt="2025-03-22T09:05:49.471" v="215" actId="22"/>
          <ac:spMkLst>
            <pc:docMk/>
            <pc:sldMk cId="37333299" sldId="286"/>
            <ac:spMk id="3" creationId="{5D5B79C6-A4A2-44CB-388E-7B91A3EEF150}"/>
          </ac:spMkLst>
        </pc:spChg>
        <pc:spChg chg="add mod">
          <ac:chgData name="Harisai kumar" userId="df752b2f3053d7d5" providerId="LiveId" clId="{510DEB79-DA3B-476A-AF03-3818669FFED2}" dt="2025-03-22T09:06:16.572" v="227" actId="20577"/>
          <ac:spMkLst>
            <pc:docMk/>
            <pc:sldMk cId="37333299" sldId="286"/>
            <ac:spMk id="6" creationId="{C8229C1D-124E-BCA1-6BA5-D5A270D4E89C}"/>
          </ac:spMkLst>
        </pc:spChg>
        <pc:picChg chg="add del">
          <ac:chgData name="Harisai kumar" userId="df752b2f3053d7d5" providerId="LiveId" clId="{510DEB79-DA3B-476A-AF03-3818669FFED2}" dt="2025-03-22T09:05:55.999" v="217" actId="478"/>
          <ac:picMkLst>
            <pc:docMk/>
            <pc:sldMk cId="37333299" sldId="286"/>
            <ac:picMk id="5" creationId="{2B23DC59-A296-9E4C-DBEC-293BC075210A}"/>
          </ac:picMkLst>
        </pc:picChg>
        <pc:picChg chg="add mod">
          <ac:chgData name="Harisai kumar" userId="df752b2f3053d7d5" providerId="LiveId" clId="{510DEB79-DA3B-476A-AF03-3818669FFED2}" dt="2025-03-22T09:06:26.449" v="228" actId="1076"/>
          <ac:picMkLst>
            <pc:docMk/>
            <pc:sldMk cId="37333299" sldId="286"/>
            <ac:picMk id="3074" creationId="{1E0FA59D-2E18-1B95-E9C3-8986B54EB799}"/>
          </ac:picMkLst>
        </pc:picChg>
      </pc:sldChg>
      <pc:sldChg chg="addSp delSp modSp new del mod">
        <pc:chgData name="Harisai kumar" userId="df752b2f3053d7d5" providerId="LiveId" clId="{510DEB79-DA3B-476A-AF03-3818669FFED2}" dt="2025-03-23T09:38:39.567" v="629" actId="47"/>
        <pc:sldMkLst>
          <pc:docMk/>
          <pc:sldMk cId="913307675" sldId="287"/>
        </pc:sldMkLst>
        <pc:spChg chg="add mod">
          <ac:chgData name="Harisai kumar" userId="df752b2f3053d7d5" providerId="LiveId" clId="{510DEB79-DA3B-476A-AF03-3818669FFED2}" dt="2025-03-22T09:12:49.706" v="250" actId="14100"/>
          <ac:spMkLst>
            <pc:docMk/>
            <pc:sldMk cId="913307675" sldId="287"/>
            <ac:spMk id="2" creationId="{36E7B1E6-29B7-3C3C-D643-0899F78CB812}"/>
          </ac:spMkLst>
        </pc:spChg>
        <pc:picChg chg="add del mod">
          <ac:chgData name="Harisai kumar" userId="df752b2f3053d7d5" providerId="LiveId" clId="{510DEB79-DA3B-476A-AF03-3818669FFED2}" dt="2025-03-22T09:18:42.525" v="291" actId="478"/>
          <ac:picMkLst>
            <pc:docMk/>
            <pc:sldMk cId="913307675" sldId="287"/>
            <ac:picMk id="4098" creationId="{D9930937-45E7-8988-3ED5-54BF2DF49DB3}"/>
          </ac:picMkLst>
        </pc:picChg>
        <pc:picChg chg="add mod">
          <ac:chgData name="Harisai kumar" userId="df752b2f3053d7d5" providerId="LiveId" clId="{510DEB79-DA3B-476A-AF03-3818669FFED2}" dt="2025-03-22T09:22:32.032" v="304" actId="14100"/>
          <ac:picMkLst>
            <pc:docMk/>
            <pc:sldMk cId="913307675" sldId="287"/>
            <ac:picMk id="4100" creationId="{ECDAAC39-41F1-DDBE-25D2-9FA590017C44}"/>
          </ac:picMkLst>
        </pc:picChg>
      </pc:sldChg>
      <pc:sldChg chg="addSp modSp new mod">
        <pc:chgData name="Harisai kumar" userId="df752b2f3053d7d5" providerId="LiveId" clId="{510DEB79-DA3B-476A-AF03-3818669FFED2}" dt="2025-03-23T09:43:12.543" v="631" actId="14100"/>
        <pc:sldMkLst>
          <pc:docMk/>
          <pc:sldMk cId="3265103449" sldId="288"/>
        </pc:sldMkLst>
        <pc:spChg chg="add mod">
          <ac:chgData name="Harisai kumar" userId="df752b2f3053d7d5" providerId="LiveId" clId="{510DEB79-DA3B-476A-AF03-3818669FFED2}" dt="2025-03-22T09:33:39.284" v="426" actId="20577"/>
          <ac:spMkLst>
            <pc:docMk/>
            <pc:sldMk cId="3265103449" sldId="288"/>
            <ac:spMk id="3" creationId="{1363CCB3-4975-E7C6-EFD9-360F84DE1175}"/>
          </ac:spMkLst>
        </pc:spChg>
        <pc:picChg chg="add mod">
          <ac:chgData name="Harisai kumar" userId="df752b2f3053d7d5" providerId="LiveId" clId="{510DEB79-DA3B-476A-AF03-3818669FFED2}" dt="2025-03-23T09:43:12.543" v="631" actId="14100"/>
          <ac:picMkLst>
            <pc:docMk/>
            <pc:sldMk cId="3265103449" sldId="288"/>
            <ac:picMk id="4" creationId="{D5243D48-C735-39CC-B500-9E0E78A0AFA1}"/>
          </ac:picMkLst>
        </pc:picChg>
      </pc:sldChg>
      <pc:sldChg chg="addSp delSp modSp new mod">
        <pc:chgData name="Harisai kumar" userId="df752b2f3053d7d5" providerId="LiveId" clId="{510DEB79-DA3B-476A-AF03-3818669FFED2}" dt="2025-03-22T09:39:45.708" v="509" actId="1076"/>
        <pc:sldMkLst>
          <pc:docMk/>
          <pc:sldMk cId="678158760" sldId="289"/>
        </pc:sldMkLst>
        <pc:spChg chg="add mod">
          <ac:chgData name="Harisai kumar" userId="df752b2f3053d7d5" providerId="LiveId" clId="{510DEB79-DA3B-476A-AF03-3818669FFED2}" dt="2025-03-22T09:37:32.144" v="458" actId="14100"/>
          <ac:spMkLst>
            <pc:docMk/>
            <pc:sldMk cId="678158760" sldId="289"/>
            <ac:spMk id="3" creationId="{E019B4EB-0395-C74D-105E-8EBD002A4D7B}"/>
          </ac:spMkLst>
        </pc:spChg>
        <pc:spChg chg="add del mod">
          <ac:chgData name="Harisai kumar" userId="df752b2f3053d7d5" providerId="LiveId" clId="{510DEB79-DA3B-476A-AF03-3818669FFED2}" dt="2025-03-22T09:39:45.708" v="509" actId="1076"/>
          <ac:spMkLst>
            <pc:docMk/>
            <pc:sldMk cId="678158760" sldId="289"/>
            <ac:spMk id="6" creationId="{7805EA80-262B-3A13-F40C-4B245966019E}"/>
          </ac:spMkLst>
        </pc:spChg>
        <pc:spChg chg="add del">
          <ac:chgData name="Harisai kumar" userId="df752b2f3053d7d5" providerId="LiveId" clId="{510DEB79-DA3B-476A-AF03-3818669FFED2}" dt="2025-03-22T09:39:22.496" v="482" actId="478"/>
          <ac:spMkLst>
            <pc:docMk/>
            <pc:sldMk cId="678158760" sldId="289"/>
            <ac:spMk id="7" creationId="{1164E191-321A-CA31-6534-0E3876D0E2B3}"/>
          </ac:spMkLst>
        </pc:spChg>
        <pc:spChg chg="add del">
          <ac:chgData name="Harisai kumar" userId="df752b2f3053d7d5" providerId="LiveId" clId="{510DEB79-DA3B-476A-AF03-3818669FFED2}" dt="2025-03-22T09:39:22.496" v="482" actId="478"/>
          <ac:spMkLst>
            <pc:docMk/>
            <pc:sldMk cId="678158760" sldId="289"/>
            <ac:spMk id="8" creationId="{936023D8-92C2-01BD-33F6-1CCE494E9CC9}"/>
          </ac:spMkLst>
        </pc:spChg>
        <pc:spChg chg="add del">
          <ac:chgData name="Harisai kumar" userId="df752b2f3053d7d5" providerId="LiveId" clId="{510DEB79-DA3B-476A-AF03-3818669FFED2}" dt="2025-03-22T09:39:30.731" v="485" actId="478"/>
          <ac:spMkLst>
            <pc:docMk/>
            <pc:sldMk cId="678158760" sldId="289"/>
            <ac:spMk id="9" creationId="{65DD510E-BC58-F7A5-E687-6AA77647EAFA}"/>
          </ac:spMkLst>
        </pc:spChg>
        <pc:spChg chg="add del">
          <ac:chgData name="Harisai kumar" userId="df752b2f3053d7d5" providerId="LiveId" clId="{510DEB79-DA3B-476A-AF03-3818669FFED2}" dt="2025-03-22T09:39:30.731" v="485" actId="478"/>
          <ac:spMkLst>
            <pc:docMk/>
            <pc:sldMk cId="678158760" sldId="289"/>
            <ac:spMk id="10" creationId="{CB15EA81-B45B-07BC-CC34-DFABBB133C74}"/>
          </ac:spMkLst>
        </pc:spChg>
        <pc:picChg chg="add mod">
          <ac:chgData name="Harisai kumar" userId="df752b2f3053d7d5" providerId="LiveId" clId="{510DEB79-DA3B-476A-AF03-3818669FFED2}" dt="2025-03-22T09:38:47.354" v="476" actId="1076"/>
          <ac:picMkLst>
            <pc:docMk/>
            <pc:sldMk cId="678158760" sldId="289"/>
            <ac:picMk id="4" creationId="{A0214627-59FA-40A8-56B3-44920D483178}"/>
          </ac:picMkLst>
        </pc:picChg>
        <pc:picChg chg="add del">
          <ac:chgData name="Harisai kumar" userId="df752b2f3053d7d5" providerId="LiveId" clId="{510DEB79-DA3B-476A-AF03-3818669FFED2}" dt="2025-03-22T09:39:22.496" v="482" actId="478"/>
          <ac:picMkLst>
            <pc:docMk/>
            <pc:sldMk cId="678158760" sldId="289"/>
            <ac:picMk id="7169" creationId="{1A73050D-804F-B842-8361-09436A484DDA}"/>
          </ac:picMkLst>
        </pc:picChg>
        <pc:picChg chg="add del">
          <ac:chgData name="Harisai kumar" userId="df752b2f3053d7d5" providerId="LiveId" clId="{510DEB79-DA3B-476A-AF03-3818669FFED2}" dt="2025-03-22T09:39:30.731" v="485" actId="478"/>
          <ac:picMkLst>
            <pc:docMk/>
            <pc:sldMk cId="678158760" sldId="289"/>
            <ac:picMk id="7172" creationId="{71F27DAA-EFF1-0F05-4648-E973870F8573}"/>
          </ac:picMkLst>
        </pc:picChg>
      </pc:sldChg>
      <pc:sldChg chg="addSp modSp new mod">
        <pc:chgData name="Harisai kumar" userId="df752b2f3053d7d5" providerId="LiveId" clId="{510DEB79-DA3B-476A-AF03-3818669FFED2}" dt="2025-03-22T09:40:29.738" v="519" actId="14100"/>
        <pc:sldMkLst>
          <pc:docMk/>
          <pc:sldMk cId="3623965662" sldId="290"/>
        </pc:sldMkLst>
        <pc:spChg chg="add mod">
          <ac:chgData name="Harisai kumar" userId="df752b2f3053d7d5" providerId="LiveId" clId="{510DEB79-DA3B-476A-AF03-3818669FFED2}" dt="2025-03-22T09:40:13.786" v="516" actId="404"/>
          <ac:spMkLst>
            <pc:docMk/>
            <pc:sldMk cId="3623965662" sldId="290"/>
            <ac:spMk id="3" creationId="{7E96BFC7-E560-9DDA-F0BD-3B612C35BC5C}"/>
          </ac:spMkLst>
        </pc:spChg>
        <pc:picChg chg="add mod">
          <ac:chgData name="Harisai kumar" userId="df752b2f3053d7d5" providerId="LiveId" clId="{510DEB79-DA3B-476A-AF03-3818669FFED2}" dt="2025-03-22T09:40:29.738" v="519" actId="14100"/>
          <ac:picMkLst>
            <pc:docMk/>
            <pc:sldMk cId="3623965662" sldId="290"/>
            <ac:picMk id="4" creationId="{7D6C447A-8632-18F8-0287-2B7EABAB654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92605" y="1418870"/>
            <a:ext cx="12955610" cy="3927831"/>
          </a:xfrm>
        </p:spPr>
        <p:txBody>
          <a:bodyPr bIns="0" anchor="b">
            <a:normAutofit/>
          </a:bodyPr>
          <a:lstStyle>
            <a:lvl1pPr algn="l">
              <a:defRPr sz="9900"/>
            </a:lvl1pPr>
          </a:lstStyle>
          <a:p>
            <a:r>
              <a:rPr lang="en-US"/>
              <a:t>Click to edit Master title style</a:t>
            </a:r>
            <a:endParaRPr lang="en-US" dirty="0"/>
          </a:p>
        </p:txBody>
      </p:sp>
      <p:sp>
        <p:nvSpPr>
          <p:cNvPr id="3" name="Subtitle 2"/>
          <p:cNvSpPr>
            <a:spLocks noGrp="1"/>
          </p:cNvSpPr>
          <p:nvPr>
            <p:ph type="subTitle" idx="1"/>
          </p:nvPr>
        </p:nvSpPr>
        <p:spPr>
          <a:xfrm>
            <a:off x="1692606" y="5346701"/>
            <a:ext cx="12955608" cy="1606643"/>
          </a:xfrm>
        </p:spPr>
        <p:txBody>
          <a:bodyPr tIns="91440" bIns="91440">
            <a:normAutofit/>
          </a:bodyPr>
          <a:lstStyle>
            <a:lvl1pPr marL="0" indent="0" algn="l">
              <a:buNone/>
              <a:defRPr sz="2700" b="0">
                <a:solidFill>
                  <a:schemeClr val="tx1"/>
                </a:solidFill>
              </a:defRPr>
            </a:lvl1pPr>
            <a:lvl2pPr marL="685800" indent="0" algn="ctr">
              <a:buNone/>
              <a:defRPr sz="27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a:xfrm>
            <a:off x="1690686" y="493961"/>
            <a:ext cx="8915502" cy="463802"/>
          </a:xfrm>
        </p:spPr>
        <p:txBody>
          <a:bodyPr/>
          <a:lstStyle/>
          <a:p>
            <a:endParaRPr lang="en-US"/>
          </a:p>
        </p:txBody>
      </p:sp>
      <p:sp>
        <p:nvSpPr>
          <p:cNvPr id="6" name="Slide Number Placeholder 5"/>
          <p:cNvSpPr>
            <a:spLocks noGrp="1"/>
          </p:cNvSpPr>
          <p:nvPr>
            <p:ph type="sldNum" sz="quarter" idx="12"/>
          </p:nvPr>
        </p:nvSpPr>
        <p:spPr>
          <a:xfrm>
            <a:off x="14886589" y="202395"/>
            <a:ext cx="1216529" cy="755367"/>
          </a:xfrm>
        </p:spPr>
        <p:txBody>
          <a:bodyPr/>
          <a:lstStyle/>
          <a:p>
            <a:fld id="{B6F15528-21DE-4FAA-801E-634DDDAF4B2B}"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288902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800"/>
            </a:lvl1p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lvl1pPr>
              <a:defRPr sz="1800"/>
            </a:lvl1p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3850829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3751" y="2634194"/>
            <a:ext cx="12928590" cy="3075098"/>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1693749" y="5709293"/>
            <a:ext cx="12928590" cy="1519394"/>
          </a:xfrm>
        </p:spPr>
        <p:txBody>
          <a:bodyPr tIns="91440">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1825446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6579" y="1437056"/>
            <a:ext cx="14408453" cy="158895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93749" y="3248432"/>
            <a:ext cx="6967728" cy="49407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143409" y="3257654"/>
            <a:ext cx="6967728" cy="4930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2523511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93750" y="1430005"/>
            <a:ext cx="14411492" cy="15844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93749" y="3254591"/>
            <a:ext cx="6967728" cy="1202915"/>
          </a:xfrm>
        </p:spPr>
        <p:txBody>
          <a:bodyPr anchor="b">
            <a:normAutofit/>
          </a:bodyPr>
          <a:lstStyle>
            <a:lvl1pPr marL="0" indent="0">
              <a:lnSpc>
                <a:spcPct val="100000"/>
              </a:lnSpc>
              <a:buNone/>
              <a:defRPr sz="4200" b="0" cap="none"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93749" y="4461672"/>
            <a:ext cx="6967728" cy="3740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141506" y="3259772"/>
            <a:ext cx="6967728" cy="1203356"/>
          </a:xfrm>
        </p:spPr>
        <p:txBody>
          <a:bodyPr anchor="b">
            <a:normAutofit/>
          </a:bodyPr>
          <a:lstStyle>
            <a:lvl1pPr marL="0" indent="0">
              <a:lnSpc>
                <a:spcPct val="100000"/>
              </a:lnSpc>
              <a:buNone/>
              <a:defRPr sz="4200" b="0" cap="none" baseline="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141506" y="4457504"/>
            <a:ext cx="6967728" cy="37307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1772790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3436863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33154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86437" y="1428867"/>
            <a:ext cx="4912520" cy="3483264"/>
          </a:xfrm>
        </p:spPr>
        <p:txBody>
          <a:bodyPr anchor="b">
            <a:normAutofit/>
          </a:bodyPr>
          <a:lstStyle>
            <a:lvl1pPr algn="l">
              <a:defRPr sz="3600"/>
            </a:lvl1pPr>
          </a:lstStyle>
          <a:p>
            <a:r>
              <a:rPr lang="en-US"/>
              <a:t>Click to edit Master title style</a:t>
            </a:r>
            <a:endParaRPr lang="en-US" dirty="0"/>
          </a:p>
        </p:txBody>
      </p:sp>
      <p:sp>
        <p:nvSpPr>
          <p:cNvPr id="3" name="Content Placeholder 2"/>
          <p:cNvSpPr>
            <a:spLocks noGrp="1"/>
          </p:cNvSpPr>
          <p:nvPr>
            <p:ph idx="1"/>
          </p:nvPr>
        </p:nvSpPr>
        <p:spPr>
          <a:xfrm>
            <a:off x="7085001" y="1428868"/>
            <a:ext cx="9018705" cy="675783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86437" y="4912131"/>
            <a:ext cx="4912520" cy="3268377"/>
          </a:xfrm>
        </p:spPr>
        <p:txBody>
          <a:bodyPr/>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901963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1216081" y="723256"/>
            <a:ext cx="6111800" cy="7723652"/>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693686" y="1694270"/>
            <a:ext cx="8782308" cy="2886312"/>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86584" y="1683814"/>
            <a:ext cx="4186757" cy="5799491"/>
          </a:xfrm>
          <a:solidFill>
            <a:schemeClr val="bg1">
              <a:lumMod val="85000"/>
            </a:schemeClr>
          </a:solidFill>
          <a:ln w="9525" cap="sq">
            <a:noFill/>
            <a:miter lim="800000"/>
          </a:ln>
          <a:effectLst/>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92370" y="4580582"/>
            <a:ext cx="8769729" cy="3144020"/>
          </a:xfrm>
        </p:spPr>
        <p:txBody>
          <a:bodyPr>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a:xfrm>
            <a:off x="1687951" y="8204785"/>
            <a:ext cx="8774408" cy="480185"/>
          </a:xfrm>
        </p:spPr>
        <p:txBody>
          <a:bodyPr/>
          <a:lstStyle>
            <a:lvl1pPr algn="l">
              <a:defRPr/>
            </a:lvl1pPr>
          </a:lstStyle>
          <a:p>
            <a:fld id="{1D8BD707-D9CF-40AE-B4C6-C98DA3205C09}" type="datetimeFigureOut">
              <a:rPr lang="en-US" smtClean="0"/>
              <a:pPr/>
              <a:t>4/24/2025</a:t>
            </a:fld>
            <a:endParaRPr lang="en-US"/>
          </a:p>
        </p:txBody>
      </p:sp>
      <p:sp>
        <p:nvSpPr>
          <p:cNvPr id="6" name="Footer Placeholder 5"/>
          <p:cNvSpPr>
            <a:spLocks noGrp="1"/>
          </p:cNvSpPr>
          <p:nvPr>
            <p:ph type="ftr" sz="quarter" idx="11"/>
          </p:nvPr>
        </p:nvSpPr>
        <p:spPr>
          <a:xfrm>
            <a:off x="1687950" y="477961"/>
            <a:ext cx="7316727" cy="481397"/>
          </a:xfrm>
        </p:spPr>
        <p:txBody>
          <a:bodyPr/>
          <a:lstStyle/>
          <a:p>
            <a:endParaRPr lang="en-US"/>
          </a:p>
        </p:txBody>
      </p:sp>
      <p:sp>
        <p:nvSpPr>
          <p:cNvPr id="7" name="Slide Number Placeholder 6"/>
          <p:cNvSpPr>
            <a:spLocks noGrp="1"/>
          </p:cNvSpPr>
          <p:nvPr>
            <p:ph type="sldNum" sz="quarter" idx="12"/>
          </p:nvPr>
        </p:nvSpPr>
        <p:spPr>
          <a:xfrm>
            <a:off x="9265192" y="206112"/>
            <a:ext cx="1216529" cy="755367"/>
          </a:xfrm>
        </p:spPr>
        <p:txBody>
          <a:bodyPr/>
          <a:lstStyle/>
          <a:p>
            <a:fld id="{B6F15528-21DE-4FAA-801E-634DDDAF4B2B}" type="slidenum">
              <a:rPr lang="en-US" smtClean="0"/>
              <a:pPr/>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688190" y="965196"/>
            <a:ext cx="8819388" cy="233172"/>
          </a:xfrm>
          <a:prstGeom prst="rect">
            <a:avLst/>
          </a:prstGeom>
          <a:noFill/>
          <a:ln>
            <a:noFill/>
          </a:ln>
        </p:spPr>
      </p:pic>
    </p:spTree>
    <p:extLst>
      <p:ext uri="{BB962C8B-B14F-4D97-AF65-F5344CB8AC3E}">
        <p14:creationId xmlns:p14="http://schemas.microsoft.com/office/powerpoint/2010/main" val="317897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688190" y="965196"/>
            <a:ext cx="14415516" cy="233172"/>
          </a:xfrm>
          <a:prstGeom prst="rect">
            <a:avLst/>
          </a:prstGeom>
          <a:noFill/>
          <a:ln>
            <a:noFill/>
          </a:ln>
        </p:spPr>
      </p:pic>
    </p:spTree>
    <p:extLst>
      <p:ext uri="{BB962C8B-B14F-4D97-AF65-F5344CB8AC3E}">
        <p14:creationId xmlns:p14="http://schemas.microsoft.com/office/powerpoint/2010/main" val="4018324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87064" y="1198460"/>
            <a:ext cx="2423613" cy="6989834"/>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695405" y="1198460"/>
            <a:ext cx="11743245" cy="69898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12963419" y="4570374"/>
            <a:ext cx="6995160" cy="233172"/>
          </a:xfrm>
          <a:prstGeom prst="rect">
            <a:avLst/>
          </a:prstGeom>
          <a:noFill/>
          <a:ln>
            <a:noFill/>
          </a:ln>
        </p:spPr>
      </p:pic>
    </p:spTree>
    <p:extLst>
      <p:ext uri="{BB962C8B-B14F-4D97-AF65-F5344CB8AC3E}">
        <p14:creationId xmlns:p14="http://schemas.microsoft.com/office/powerpoint/2010/main" val="284996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9179004"/>
            <a:ext cx="18288000" cy="1114425"/>
          </a:xfrm>
          <a:prstGeom prst="rect">
            <a:avLst/>
          </a:prstGeom>
        </p:spPr>
      </p:pic>
      <p:sp>
        <p:nvSpPr>
          <p:cNvPr id="13" name="Rectangle 12"/>
          <p:cNvSpPr/>
          <p:nvPr/>
        </p:nvSpPr>
        <p:spPr>
          <a:xfrm>
            <a:off x="0" y="703154"/>
            <a:ext cx="18288000" cy="8470536"/>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9181904"/>
            <a:ext cx="18288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695406" y="1429987"/>
            <a:ext cx="14404913" cy="157385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695406" y="3257654"/>
            <a:ext cx="14404913" cy="4941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49245" y="495555"/>
            <a:ext cx="3773094" cy="463802"/>
          </a:xfrm>
          <a:prstGeom prst="rect">
            <a:avLst/>
          </a:prstGeom>
        </p:spPr>
        <p:txBody>
          <a:bodyPr vert="horz" lIns="91440" tIns="45720" rIns="91440" bIns="45720" rtlCol="0" anchor="ctr"/>
          <a:lstStyle>
            <a:lvl1pPr algn="r">
              <a:defRPr sz="1500">
                <a:solidFill>
                  <a:schemeClr val="tx1">
                    <a:tint val="75000"/>
                  </a:schemeClr>
                </a:solidFill>
              </a:defRPr>
            </a:lvl1pPr>
          </a:lstStyle>
          <a:p>
            <a:fld id="{1D8BD707-D9CF-40AE-B4C6-C98DA3205C09}" type="datetimeFigureOut">
              <a:rPr lang="en-US" smtClean="0"/>
              <a:pPr/>
              <a:t>4/24/2025</a:t>
            </a:fld>
            <a:endParaRPr lang="en-US"/>
          </a:p>
        </p:txBody>
      </p:sp>
      <p:sp>
        <p:nvSpPr>
          <p:cNvPr id="5" name="Footer Placeholder 4"/>
          <p:cNvSpPr>
            <a:spLocks noGrp="1"/>
          </p:cNvSpPr>
          <p:nvPr>
            <p:ph type="ftr" sz="quarter" idx="3"/>
          </p:nvPr>
        </p:nvSpPr>
        <p:spPr>
          <a:xfrm>
            <a:off x="1695405" y="493961"/>
            <a:ext cx="8908254" cy="463802"/>
          </a:xfrm>
          <a:prstGeom prst="rect">
            <a:avLst/>
          </a:prstGeom>
        </p:spPr>
        <p:txBody>
          <a:bodyPr vert="horz" lIns="91440" tIns="45720" rIns="91440" bIns="45720" rtlCol="0" anchor="ctr"/>
          <a:lstStyle>
            <a:lvl1pPr algn="l">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4877115" y="206112"/>
            <a:ext cx="1216529" cy="755367"/>
          </a:xfrm>
          <a:prstGeom prst="rect">
            <a:avLst/>
          </a:prstGeom>
        </p:spPr>
        <p:txBody>
          <a:bodyPr vert="horz" lIns="91440" tIns="45720" rIns="91440" bIns="45720" rtlCol="0" anchor="t"/>
          <a:lstStyle>
            <a:lvl1pPr algn="r">
              <a:defRPr sz="42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17709773"/>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xStyles>
    <p:titleStyle>
      <a:lvl1pPr algn="l" defTabSz="1371600" rtl="0" eaLnBrk="1" latinLnBrk="0" hangingPunct="1">
        <a:lnSpc>
          <a:spcPct val="90000"/>
        </a:lnSpc>
        <a:spcBef>
          <a:spcPct val="0"/>
        </a:spcBef>
        <a:buNone/>
        <a:defRPr sz="4800" b="0" i="0" kern="1200" cap="none">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00000"/>
        <a:buFont typeface="Arial" panose="020B0604020202020204" pitchFamily="34" charset="0"/>
        <a:buChar char="•"/>
        <a:defRPr sz="3000" kern="120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700" kern="1200" cap="none"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2100" kern="1200" cap="none"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00000"/>
        <a:buFont typeface="Arial" panose="020B0604020202020204" pitchFamily="34" charset="0"/>
        <a:buChar char="•"/>
        <a:defRPr sz="1800" kern="1200"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0F04E5-0587-176F-BFAB-665E162FFAF4}"/>
              </a:ext>
            </a:extLst>
          </p:cNvPr>
          <p:cNvSpPr txBox="1"/>
          <p:nvPr/>
        </p:nvSpPr>
        <p:spPr>
          <a:xfrm>
            <a:off x="0" y="87511"/>
            <a:ext cx="18135600" cy="923330"/>
          </a:xfrm>
          <a:prstGeom prst="rect">
            <a:avLst/>
          </a:prstGeom>
          <a:noFill/>
        </p:spPr>
        <p:txBody>
          <a:bodyPr wrap="square">
            <a:spAutoFit/>
          </a:bodyPr>
          <a:lstStyle/>
          <a:p>
            <a:pPr algn="ctr"/>
            <a:r>
              <a:rPr lang="en-IN" sz="5400" b="1" dirty="0">
                <a:latin typeface="Times New Roman" panose="02020603050405020304" pitchFamily="18" charset="0"/>
                <a:cs typeface="Times New Roman" panose="02020603050405020304" pitchFamily="18" charset="0"/>
              </a:rPr>
              <a:t>SENTIMENT ANALYSIS OF IMAGES</a:t>
            </a:r>
          </a:p>
        </p:txBody>
      </p:sp>
      <p:sp>
        <p:nvSpPr>
          <p:cNvPr id="7" name="TextBox 6">
            <a:extLst>
              <a:ext uri="{FF2B5EF4-FFF2-40B4-BE49-F238E27FC236}">
                <a16:creationId xmlns:a16="http://schemas.microsoft.com/office/drawing/2014/main" id="{84B86303-CFCE-195B-CCBF-FA222AE24C15}"/>
              </a:ext>
            </a:extLst>
          </p:cNvPr>
          <p:cNvSpPr txBox="1"/>
          <p:nvPr/>
        </p:nvSpPr>
        <p:spPr>
          <a:xfrm>
            <a:off x="5337811" y="1341765"/>
            <a:ext cx="6970392" cy="1938992"/>
          </a:xfrm>
          <a:prstGeom prst="rect">
            <a:avLst/>
          </a:prstGeom>
          <a:noFill/>
        </p:spPr>
        <p:txBody>
          <a:bodyPr wrap="square">
            <a:spAutoFit/>
          </a:bodyPr>
          <a:lstStyle/>
          <a:p>
            <a:pPr marL="0" indent="0" algn="ctr">
              <a:lnSpc>
                <a:spcPct val="100000"/>
              </a:lnSpc>
              <a:buNone/>
            </a:pPr>
            <a:r>
              <a:rPr lang="en-US" sz="2400" b="1" dirty="0">
                <a:latin typeface="Times New Roman"/>
                <a:ea typeface="Calibri" panose="020F0502020204030204"/>
                <a:cs typeface="Calibri" panose="020F0502020204030204"/>
              </a:rPr>
              <a:t>G.HARIKA                                  21AJ1A4204</a:t>
            </a:r>
          </a:p>
          <a:p>
            <a:pPr marL="0" indent="0" algn="ctr">
              <a:lnSpc>
                <a:spcPct val="100000"/>
              </a:lnSpc>
              <a:buNone/>
            </a:pPr>
            <a:r>
              <a:rPr lang="en-US" sz="2400" b="1" dirty="0">
                <a:latin typeface="Times New Roman"/>
                <a:ea typeface="Calibri" panose="020F0502020204030204"/>
                <a:cs typeface="Calibri" panose="020F0502020204030204"/>
              </a:rPr>
              <a:t>V.SANDHYA RANI                     21AJ1A4233</a:t>
            </a:r>
          </a:p>
          <a:p>
            <a:pPr marL="0" indent="0" algn="ctr">
              <a:lnSpc>
                <a:spcPct val="100000"/>
              </a:lnSpc>
              <a:buNone/>
            </a:pPr>
            <a:r>
              <a:rPr lang="en-US" sz="2400" b="1" dirty="0">
                <a:latin typeface="Times New Roman"/>
                <a:ea typeface="Calibri" panose="020F0502020204030204"/>
                <a:cs typeface="Calibri" panose="020F0502020204030204"/>
              </a:rPr>
              <a:t>Y.AKASH                                     21AJ1A4257</a:t>
            </a:r>
          </a:p>
          <a:p>
            <a:pPr marL="0" indent="0" algn="ctr">
              <a:lnSpc>
                <a:spcPct val="100000"/>
              </a:lnSpc>
              <a:buNone/>
            </a:pPr>
            <a:r>
              <a:rPr lang="en-US" sz="2400" b="1" dirty="0">
                <a:latin typeface="Times New Roman"/>
                <a:ea typeface="Calibri" panose="020F0502020204030204"/>
                <a:cs typeface="Calibri" panose="020F0502020204030204"/>
              </a:rPr>
              <a:t>K.SAI KUMAR                           21AJ1A4222</a:t>
            </a:r>
          </a:p>
          <a:p>
            <a:pPr marL="0" indent="0" algn="ctr">
              <a:lnSpc>
                <a:spcPct val="100000"/>
              </a:lnSpc>
              <a:buNone/>
            </a:pPr>
            <a:endParaRPr lang="en-US" sz="2400" b="1" dirty="0">
              <a:latin typeface="Times New Roman"/>
              <a:ea typeface="Calibri" panose="020F0502020204030204"/>
              <a:cs typeface="Calibri" panose="020F0502020204030204"/>
            </a:endParaRPr>
          </a:p>
        </p:txBody>
      </p:sp>
      <p:sp>
        <p:nvSpPr>
          <p:cNvPr id="11" name="TextBox 10">
            <a:extLst>
              <a:ext uri="{FF2B5EF4-FFF2-40B4-BE49-F238E27FC236}">
                <a16:creationId xmlns:a16="http://schemas.microsoft.com/office/drawing/2014/main" id="{854ABB82-ABA4-7135-E1D3-18DBE03E40D0}"/>
              </a:ext>
            </a:extLst>
          </p:cNvPr>
          <p:cNvSpPr txBox="1"/>
          <p:nvPr/>
        </p:nvSpPr>
        <p:spPr>
          <a:xfrm>
            <a:off x="4267200" y="3187096"/>
            <a:ext cx="9151620" cy="1815882"/>
          </a:xfrm>
          <a:prstGeom prst="rect">
            <a:avLst/>
          </a:prstGeom>
          <a:noFill/>
        </p:spPr>
        <p:txBody>
          <a:bodyPr wrap="square">
            <a:spAutoFit/>
          </a:bodyPr>
          <a:lstStyle/>
          <a:p>
            <a:pPr algn="ctr"/>
            <a:r>
              <a:rPr lang="en-US" sz="2800" b="1" dirty="0">
                <a:latin typeface="Times New Roman"/>
                <a:ea typeface="Calibri"/>
                <a:cs typeface="Calibri"/>
              </a:rPr>
              <a:t>BATCH NO: 04</a:t>
            </a:r>
            <a:endParaRPr lang="en-US" sz="2800" b="1" dirty="0">
              <a:latin typeface="Times New Roman"/>
              <a:cs typeface="Times New Roman"/>
            </a:endParaRPr>
          </a:p>
          <a:p>
            <a:pPr algn="ctr"/>
            <a:r>
              <a:rPr lang="en-US" sz="2800" b="1" dirty="0">
                <a:latin typeface="Times New Roman"/>
                <a:ea typeface="Calibri"/>
                <a:cs typeface="Calibri"/>
              </a:rPr>
              <a:t>UNDER THE ESTEEMED GUIDANCE OF</a:t>
            </a:r>
          </a:p>
          <a:p>
            <a:pPr algn="ctr"/>
            <a:r>
              <a:rPr lang="en-US" sz="2800" b="1" dirty="0">
                <a:latin typeface="Times New Roman"/>
                <a:ea typeface="Calibri"/>
                <a:cs typeface="Calibri"/>
              </a:rPr>
              <a:t>  Mr. P. RAMESH BABU  </a:t>
            </a:r>
            <a:r>
              <a:rPr lang="en-US" sz="2000" b="1" dirty="0" err="1">
                <a:latin typeface="Times New Roman"/>
                <a:ea typeface="Calibri"/>
                <a:cs typeface="Calibri"/>
              </a:rPr>
              <a:t>M.Tech</a:t>
            </a:r>
            <a:endParaRPr lang="en-US" sz="2800" b="1" dirty="0">
              <a:latin typeface="Times New Roman"/>
              <a:ea typeface="Calibri"/>
              <a:cs typeface="Times New Roman"/>
            </a:endParaRPr>
          </a:p>
          <a:p>
            <a:pPr algn="ctr"/>
            <a:r>
              <a:rPr lang="en-US" sz="2800" b="1" dirty="0">
                <a:latin typeface="Times New Roman"/>
                <a:ea typeface="Calibri"/>
                <a:cs typeface="Times New Roman"/>
              </a:rPr>
              <a:t>PROFESSOR</a:t>
            </a:r>
            <a:endParaRPr lang="en-US" sz="2000" b="1" dirty="0">
              <a:latin typeface="Times New Roman"/>
              <a:ea typeface="Calibri"/>
              <a:cs typeface="Calibri"/>
            </a:endParaRPr>
          </a:p>
        </p:txBody>
      </p:sp>
      <p:sp>
        <p:nvSpPr>
          <p:cNvPr id="14" name="TextBox 13">
            <a:extLst>
              <a:ext uri="{FF2B5EF4-FFF2-40B4-BE49-F238E27FC236}">
                <a16:creationId xmlns:a16="http://schemas.microsoft.com/office/drawing/2014/main" id="{69C1C6C8-8E28-8B1D-6E3C-BDACF3996D48}"/>
              </a:ext>
            </a:extLst>
          </p:cNvPr>
          <p:cNvSpPr txBox="1"/>
          <p:nvPr/>
        </p:nvSpPr>
        <p:spPr>
          <a:xfrm>
            <a:off x="1828800" y="7581900"/>
            <a:ext cx="14478000" cy="2308324"/>
          </a:xfrm>
          <a:prstGeom prst="rect">
            <a:avLst/>
          </a:prstGeom>
          <a:noFill/>
        </p:spPr>
        <p:txBody>
          <a:bodyPr wrap="square">
            <a:spAutoFit/>
          </a:bodyPr>
          <a:lstStyle/>
          <a:p>
            <a:pPr algn="ctr"/>
            <a:r>
              <a:rPr lang="en-US" sz="2400" dirty="0">
                <a:latin typeface="Times New Roman"/>
                <a:cs typeface="Times New Roman"/>
              </a:rPr>
              <a:t>             </a:t>
            </a:r>
            <a:br>
              <a:rPr lang="en-US" sz="2400" dirty="0">
                <a:latin typeface="Times New Roman"/>
                <a:cs typeface="Times New Roman"/>
              </a:rPr>
            </a:br>
            <a:r>
              <a:rPr lang="en-US" sz="2400" dirty="0">
                <a:latin typeface="Times New Roman"/>
                <a:cs typeface="Times New Roman"/>
              </a:rPr>
              <a:t>  </a:t>
            </a:r>
            <a:r>
              <a:rPr lang="en-US" sz="2400" b="1" dirty="0">
                <a:latin typeface="Times New Roman"/>
                <a:cs typeface="Times New Roman"/>
              </a:rPr>
              <a:t>DEPARTMENT OF COMPUTER SCIENCE AND ENGINEERING</a:t>
            </a:r>
            <a:br>
              <a:rPr lang="en-US" sz="2400" b="1" dirty="0">
                <a:latin typeface="Times New Roman"/>
                <a:cs typeface="Times New Roman"/>
              </a:rPr>
            </a:br>
            <a:r>
              <a:rPr lang="en-US" sz="2400" b="1" dirty="0">
                <a:latin typeface="Times New Roman"/>
                <a:cs typeface="Times New Roman"/>
              </a:rPr>
              <a:t>AMRITA SAI INSTITUTE OF SCIENCE AND TECHNOLOGY</a:t>
            </a:r>
            <a:endParaRPr lang="en-US" sz="2400" b="1" dirty="0">
              <a:latin typeface="Calibri" panose="020F0502020204030204"/>
              <a:ea typeface="Calibri" panose="020F0502020204030204"/>
              <a:cs typeface="Calibri" panose="020F0502020204030204"/>
            </a:endParaRPr>
          </a:p>
          <a:p>
            <a:pPr algn="ctr"/>
            <a:r>
              <a:rPr lang="en-US" sz="2400" dirty="0" err="1">
                <a:latin typeface="Times New Roman"/>
                <a:cs typeface="Times New Roman"/>
              </a:rPr>
              <a:t>Paritala,Vijayawada,Andhra</a:t>
            </a:r>
            <a:r>
              <a:rPr lang="en-US" sz="2400" dirty="0">
                <a:latin typeface="Times New Roman"/>
                <a:cs typeface="Times New Roman"/>
              </a:rPr>
              <a:t> Pradesh(521180)</a:t>
            </a:r>
            <a:br>
              <a:rPr lang="en-US" sz="2400" dirty="0">
                <a:latin typeface="Times New Roman"/>
                <a:cs typeface="Times New Roman"/>
              </a:rPr>
            </a:br>
            <a:r>
              <a:rPr lang="en-US" sz="2400" dirty="0">
                <a:latin typeface="Times New Roman"/>
                <a:cs typeface="Times New Roman"/>
              </a:rPr>
              <a:t> </a:t>
            </a:r>
            <a:endParaRPr lang="en-US" sz="2400" dirty="0">
              <a:ea typeface="Calibri" panose="020F0502020204030204"/>
              <a:cs typeface="Calibri" panose="020F0502020204030204"/>
            </a:endParaRPr>
          </a:p>
          <a:p>
            <a:pPr algn="ctr"/>
            <a:endParaRPr lang="en-US" sz="2400" dirty="0">
              <a:ea typeface="Calibri" panose="020F0502020204030204"/>
              <a:cs typeface="Calibri" panose="020F0502020204030204"/>
            </a:endParaRPr>
          </a:p>
        </p:txBody>
      </p:sp>
      <p:pic>
        <p:nvPicPr>
          <p:cNvPr id="3" name="Picture 2">
            <a:extLst>
              <a:ext uri="{FF2B5EF4-FFF2-40B4-BE49-F238E27FC236}">
                <a16:creationId xmlns:a16="http://schemas.microsoft.com/office/drawing/2014/main" id="{DB7A600F-167C-F994-7AE0-352FEE737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5002978"/>
            <a:ext cx="2751374" cy="2751374"/>
          </a:xfrm>
          <a:prstGeom prst="rect">
            <a:avLst/>
          </a:prstGeom>
        </p:spPr>
      </p:pic>
    </p:spTree>
    <p:extLst>
      <p:ext uri="{BB962C8B-B14F-4D97-AF65-F5344CB8AC3E}">
        <p14:creationId xmlns:p14="http://schemas.microsoft.com/office/powerpoint/2010/main" val="155971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20004" y="2732584"/>
            <a:ext cx="10910396" cy="2410916"/>
          </a:xfrm>
          <a:prstGeom prst="rect">
            <a:avLst/>
          </a:prstGeom>
        </p:spPr>
        <p:txBody>
          <a:bodyPr lIns="0" tIns="0" rIns="0" bIns="0" rtlCol="0" anchor="t">
            <a:spAutoFit/>
          </a:bodyPr>
          <a:lstStyle/>
          <a:p>
            <a:pPr algn="ctr">
              <a:lnSpc>
                <a:spcPts val="9398"/>
              </a:lnSpc>
            </a:pPr>
            <a:r>
              <a:rPr lang="en-US" sz="9998" b="1" dirty="0">
                <a:solidFill>
                  <a:srgbClr val="000000"/>
                </a:solidFill>
                <a:latin typeface="Times New Roman Bold"/>
                <a:ea typeface="Times New Roman Bold"/>
                <a:cs typeface="Times New Roman Bold"/>
                <a:sym typeface="Times New Roman Bold"/>
              </a:rPr>
              <a:t>Sentiment Analysis of images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D03340-A15B-1E07-959D-972B58A9166E}"/>
              </a:ext>
            </a:extLst>
          </p:cNvPr>
          <p:cNvSpPr txBox="1"/>
          <p:nvPr/>
        </p:nvSpPr>
        <p:spPr>
          <a:xfrm>
            <a:off x="3625531" y="342900"/>
            <a:ext cx="9151620" cy="707886"/>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CONTENT</a:t>
            </a:r>
          </a:p>
        </p:txBody>
      </p:sp>
      <p:sp>
        <p:nvSpPr>
          <p:cNvPr id="6" name="TextBox 5">
            <a:extLst>
              <a:ext uri="{FF2B5EF4-FFF2-40B4-BE49-F238E27FC236}">
                <a16:creationId xmlns:a16="http://schemas.microsoft.com/office/drawing/2014/main" id="{641853D2-0DEA-677F-B529-B678523BC089}"/>
              </a:ext>
            </a:extLst>
          </p:cNvPr>
          <p:cNvSpPr txBox="1"/>
          <p:nvPr/>
        </p:nvSpPr>
        <p:spPr>
          <a:xfrm>
            <a:off x="685800" y="1050786"/>
            <a:ext cx="12954000" cy="7848302"/>
          </a:xfrm>
          <a:prstGeom prst="rect">
            <a:avLst/>
          </a:prstGeom>
          <a:noFill/>
        </p:spPr>
        <p:txBody>
          <a:bodyPr wrap="square">
            <a:spAutoFit/>
          </a:bodyPr>
          <a:lstStyle/>
          <a:p>
            <a:pPr marL="457200" indent="-457200">
              <a:buFont typeface="Wingdings" panose="05000000000000000000" pitchFamily="2" charset="2"/>
              <a:buChar char="Ø"/>
            </a:pPr>
            <a:r>
              <a:rPr lang="en-US" sz="3600" dirty="0">
                <a:latin typeface="Times New Roman"/>
                <a:ea typeface="Calibri"/>
                <a:cs typeface="Calibri"/>
              </a:rPr>
              <a:t>ABSTRACT</a:t>
            </a:r>
          </a:p>
          <a:p>
            <a:pPr marL="457200" indent="-457200">
              <a:buFont typeface="Wingdings" panose="05000000000000000000" pitchFamily="2" charset="2"/>
              <a:buChar char="Ø"/>
            </a:pPr>
            <a:r>
              <a:rPr lang="en-US" sz="3600" dirty="0">
                <a:latin typeface="Times New Roman"/>
                <a:ea typeface="Calibri"/>
                <a:cs typeface="Calibri"/>
              </a:rPr>
              <a:t>INTRODUCTION</a:t>
            </a:r>
          </a:p>
          <a:p>
            <a:pPr marL="457200" indent="-457200">
              <a:buFont typeface="Wingdings" panose="05000000000000000000" pitchFamily="2" charset="2"/>
              <a:buChar char="Ø"/>
            </a:pPr>
            <a:r>
              <a:rPr lang="en-US" sz="3600" dirty="0">
                <a:latin typeface="Times New Roman"/>
                <a:ea typeface="Calibri"/>
                <a:cs typeface="Calibri"/>
              </a:rPr>
              <a:t>OBJECTIVE OF PROJECT</a:t>
            </a:r>
          </a:p>
          <a:p>
            <a:pPr marL="457200" indent="-457200">
              <a:buFont typeface="Wingdings" panose="05000000000000000000" pitchFamily="2" charset="2"/>
              <a:buChar char="Ø"/>
            </a:pPr>
            <a:r>
              <a:rPr lang="en-US" sz="3600" dirty="0">
                <a:latin typeface="Times New Roman"/>
                <a:ea typeface="Calibri"/>
                <a:cs typeface="Calibri"/>
              </a:rPr>
              <a:t>IMPLEMENTATION</a:t>
            </a:r>
          </a:p>
          <a:p>
            <a:pPr marL="457200" indent="-457200">
              <a:buFont typeface="Wingdings" panose="05000000000000000000" pitchFamily="2" charset="2"/>
              <a:buChar char="Ø"/>
            </a:pPr>
            <a:r>
              <a:rPr lang="en-US" sz="3600" dirty="0">
                <a:latin typeface="Times New Roman"/>
                <a:ea typeface="Calibri"/>
                <a:cs typeface="Calibri"/>
              </a:rPr>
              <a:t>BLOCK DIAGRAM</a:t>
            </a:r>
          </a:p>
          <a:p>
            <a:pPr marL="457200" indent="-457200">
              <a:buFont typeface="Wingdings" panose="05000000000000000000" pitchFamily="2" charset="2"/>
              <a:buChar char="Ø"/>
            </a:pPr>
            <a:r>
              <a:rPr lang="en-US" sz="3600" dirty="0">
                <a:latin typeface="Times New Roman"/>
                <a:ea typeface="Calibri"/>
                <a:cs typeface="Calibri"/>
              </a:rPr>
              <a:t>PROCESS MODEL</a:t>
            </a:r>
          </a:p>
          <a:p>
            <a:pPr marL="457200" indent="-457200">
              <a:buFont typeface="Wingdings" panose="05000000000000000000" pitchFamily="2" charset="2"/>
              <a:buChar char="Ø"/>
            </a:pPr>
            <a:r>
              <a:rPr lang="en-US" sz="3600" dirty="0">
                <a:latin typeface="Times New Roman"/>
                <a:ea typeface="Calibri"/>
                <a:cs typeface="Calibri"/>
              </a:rPr>
              <a:t>ABOUT DATASET</a:t>
            </a:r>
          </a:p>
          <a:p>
            <a:pPr marL="457200" indent="-457200">
              <a:buFont typeface="Wingdings" panose="05000000000000000000" pitchFamily="2" charset="2"/>
              <a:buChar char="Ø"/>
            </a:pPr>
            <a:r>
              <a:rPr lang="en-US" sz="3600" dirty="0">
                <a:latin typeface="Times New Roman"/>
                <a:ea typeface="Calibri"/>
                <a:cs typeface="Calibri"/>
              </a:rPr>
              <a:t>TOOLS AND SOFTWARE REQUIREMENTS</a:t>
            </a:r>
          </a:p>
          <a:p>
            <a:pPr marL="457200" indent="-457200">
              <a:buFont typeface="Wingdings" panose="05000000000000000000" pitchFamily="2" charset="2"/>
              <a:buChar char="Ø"/>
            </a:pPr>
            <a:r>
              <a:rPr lang="en-US" sz="3600" dirty="0">
                <a:latin typeface="Times New Roman"/>
                <a:ea typeface="Calibri"/>
                <a:cs typeface="Calibri"/>
              </a:rPr>
              <a:t>DESIGN WITH UML DIAGRAMS</a:t>
            </a:r>
          </a:p>
          <a:p>
            <a:pPr marL="457200" indent="-457200">
              <a:buFont typeface="Wingdings" panose="05000000000000000000" pitchFamily="2" charset="2"/>
              <a:buChar char="Ø"/>
            </a:pPr>
            <a:r>
              <a:rPr lang="en-US" sz="3600" dirty="0">
                <a:latin typeface="Times New Roman"/>
                <a:ea typeface="Calibri"/>
                <a:cs typeface="Calibri"/>
              </a:rPr>
              <a:t>ALGORITHM</a:t>
            </a:r>
          </a:p>
          <a:p>
            <a:pPr marL="457200" indent="-457200">
              <a:buFont typeface="Wingdings" panose="05000000000000000000" pitchFamily="2" charset="2"/>
              <a:buChar char="Ø"/>
            </a:pPr>
            <a:r>
              <a:rPr lang="en-US" sz="3600" dirty="0">
                <a:latin typeface="Times New Roman"/>
                <a:ea typeface="Calibri"/>
                <a:cs typeface="Calibri"/>
              </a:rPr>
              <a:t>CODE</a:t>
            </a:r>
          </a:p>
          <a:p>
            <a:pPr marL="457200" indent="-457200">
              <a:buFont typeface="Wingdings" panose="05000000000000000000" pitchFamily="2" charset="2"/>
              <a:buChar char="Ø"/>
            </a:pPr>
            <a:r>
              <a:rPr lang="en-US" sz="3600" dirty="0">
                <a:latin typeface="Times New Roman"/>
                <a:ea typeface="Calibri"/>
                <a:cs typeface="Calibri"/>
              </a:rPr>
              <a:t>CONCLUSION</a:t>
            </a:r>
          </a:p>
          <a:p>
            <a:pPr marL="457200" indent="-457200">
              <a:buFont typeface="Wingdings" panose="05000000000000000000" pitchFamily="2" charset="2"/>
              <a:buChar char="Ø"/>
            </a:pPr>
            <a:r>
              <a:rPr lang="en-US" sz="3600" dirty="0">
                <a:latin typeface="Times New Roman"/>
                <a:ea typeface="Calibri"/>
                <a:cs typeface="Calibri"/>
              </a:rPr>
              <a:t>FUTURE SCOPE</a:t>
            </a:r>
          </a:p>
          <a:p>
            <a:pPr marL="457200" indent="-457200">
              <a:buFont typeface="Wingdings" panose="05000000000000000000" pitchFamily="2" charset="2"/>
              <a:buChar char="Ø"/>
            </a:pPr>
            <a:r>
              <a:rPr lang="en-US" sz="3600" dirty="0">
                <a:latin typeface="Times New Roman"/>
                <a:ea typeface="Calibri"/>
                <a:cs typeface="Calibri"/>
              </a:rPr>
              <a:t>REFERENCES</a:t>
            </a:r>
          </a:p>
        </p:txBody>
      </p:sp>
    </p:spTree>
    <p:extLst>
      <p:ext uri="{BB962C8B-B14F-4D97-AF65-F5344CB8AC3E}">
        <p14:creationId xmlns:p14="http://schemas.microsoft.com/office/powerpoint/2010/main" val="349097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5247" y="1358928"/>
            <a:ext cx="7848753" cy="1115690"/>
          </a:xfrm>
          <a:prstGeom prst="rect">
            <a:avLst/>
          </a:prstGeom>
        </p:spPr>
        <p:txBody>
          <a:bodyPr lIns="0" tIns="0" rIns="0" bIns="0" rtlCol="0" anchor="t">
            <a:spAutoFit/>
          </a:bodyPr>
          <a:lstStyle/>
          <a:p>
            <a:pPr algn="just">
              <a:lnSpc>
                <a:spcPts val="8730"/>
              </a:lnSpc>
            </a:pPr>
            <a:r>
              <a:rPr lang="en-US" sz="9000" b="1">
                <a:solidFill>
                  <a:srgbClr val="000000"/>
                </a:solidFill>
                <a:latin typeface="Times New Roman Bold"/>
                <a:ea typeface="Times New Roman Bold"/>
                <a:cs typeface="Times New Roman Bold"/>
                <a:sym typeface="Times New Roman Bold"/>
              </a:rPr>
              <a:t>ABSTRACT</a:t>
            </a:r>
          </a:p>
        </p:txBody>
      </p:sp>
      <p:sp>
        <p:nvSpPr>
          <p:cNvPr id="3" name="TextBox 3"/>
          <p:cNvSpPr txBox="1"/>
          <p:nvPr/>
        </p:nvSpPr>
        <p:spPr>
          <a:xfrm>
            <a:off x="1342910" y="3163598"/>
            <a:ext cx="16411689" cy="3530134"/>
          </a:xfrm>
          <a:prstGeom prst="rect">
            <a:avLst/>
          </a:prstGeom>
        </p:spPr>
        <p:txBody>
          <a:bodyPr wrap="square" lIns="0" tIns="0" rIns="0" bIns="0" rtlCol="0" anchor="t">
            <a:spAutoFit/>
          </a:bodyPr>
          <a:lstStyle/>
          <a:p>
            <a:pPr marL="0" lvl="0" indent="0" algn="just">
              <a:spcBef>
                <a:spcPct val="0"/>
              </a:spcBef>
            </a:pPr>
            <a:r>
              <a:rPr lang="en-US" sz="3277" spc="196" dirty="0">
                <a:solidFill>
                  <a:srgbClr val="000000"/>
                </a:solidFill>
                <a:latin typeface="Times New Roman"/>
                <a:ea typeface="Times New Roman"/>
                <a:cs typeface="Times New Roman"/>
                <a:sym typeface="Times New Roman"/>
              </a:rPr>
              <a:t>Sentiment Analysis of Images the task of determining the emotional content of visual media, presents significant challenges due to the subjective nature of perception, contextual understanding, and technical limitations. This paper explores the current state of research in image sentiment analysis, including approaches based on low-level feature extraction, high-level feature extraction, deep learning models, and hybrid techniques. </a:t>
            </a:r>
          </a:p>
          <a:p>
            <a:pPr marL="0" lvl="0" indent="0" algn="just">
              <a:spcBef>
                <a:spcPct val="0"/>
              </a:spcBef>
            </a:pPr>
            <a:endParaRPr lang="en-US" sz="3277" spc="196"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028700" y="752445"/>
            <a:ext cx="8092094" cy="1115690"/>
          </a:xfrm>
          <a:prstGeom prst="rect">
            <a:avLst/>
          </a:prstGeom>
        </p:spPr>
        <p:txBody>
          <a:bodyPr lIns="0" tIns="0" rIns="0" bIns="0" rtlCol="0" anchor="t">
            <a:spAutoFit/>
          </a:bodyPr>
          <a:lstStyle/>
          <a:p>
            <a:pPr algn="just">
              <a:lnSpc>
                <a:spcPts val="8730"/>
              </a:lnSpc>
            </a:pPr>
            <a:r>
              <a:rPr lang="en-US" sz="9000" b="1">
                <a:solidFill>
                  <a:srgbClr val="000000"/>
                </a:solidFill>
                <a:latin typeface="Times New Roman Bold"/>
                <a:ea typeface="Times New Roman Bold"/>
                <a:cs typeface="Times New Roman Bold"/>
                <a:sym typeface="Times New Roman Bold"/>
              </a:rPr>
              <a:t>Introduction</a:t>
            </a:r>
          </a:p>
        </p:txBody>
      </p:sp>
      <p:sp>
        <p:nvSpPr>
          <p:cNvPr id="6" name="TextBox 5">
            <a:extLst>
              <a:ext uri="{FF2B5EF4-FFF2-40B4-BE49-F238E27FC236}">
                <a16:creationId xmlns:a16="http://schemas.microsoft.com/office/drawing/2014/main" id="{8AF2446F-9246-8263-F288-9A4CB9BA9A7E}"/>
              </a:ext>
            </a:extLst>
          </p:cNvPr>
          <p:cNvSpPr txBox="1"/>
          <p:nvPr/>
        </p:nvSpPr>
        <p:spPr>
          <a:xfrm>
            <a:off x="1028700" y="2400300"/>
            <a:ext cx="15963900" cy="2566857"/>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Analyzing images sentiments allows a system to identify and acquire internal expressions using image sentiment analysis . The goal of a Visual Emotion Analysis is to identify the polarity of a given image's sentiment (positive, neutral, or negative). Positive and negative visual emotions have been categorized in </a:t>
            </a:r>
            <a:r>
              <a:rPr lang="en-US" sz="3280" dirty="0">
                <a:latin typeface="Times New Roman" panose="02020603050405020304" pitchFamily="18" charset="0"/>
                <a:cs typeface="Times New Roman" panose="02020603050405020304" pitchFamily="18" charset="0"/>
              </a:rPr>
              <a:t>two</a:t>
            </a:r>
            <a:r>
              <a:rPr lang="en-US" sz="3200" dirty="0">
                <a:latin typeface="Times New Roman" panose="02020603050405020304" pitchFamily="18" charset="0"/>
                <a:cs typeface="Times New Roman" panose="02020603050405020304" pitchFamily="18" charset="0"/>
              </a:rPr>
              <a:t> (positive and negative), three polarities as positive, neutral, and negative, or seven categories as illustrated in Figure</a:t>
            </a:r>
            <a:endParaRPr lang="en-IN" sz="3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E00E848-FF0A-8CDF-844E-4F2C898B58D9}"/>
              </a:ext>
            </a:extLst>
          </p:cNvPr>
          <p:cNvPicPr>
            <a:picLocks noChangeAspect="1"/>
          </p:cNvPicPr>
          <p:nvPr/>
        </p:nvPicPr>
        <p:blipFill>
          <a:blip r:embed="rId2"/>
          <a:stretch>
            <a:fillRect/>
          </a:stretch>
        </p:blipFill>
        <p:spPr>
          <a:xfrm>
            <a:off x="1875366" y="5576757"/>
            <a:ext cx="15172267" cy="243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6800" y="876300"/>
            <a:ext cx="13375389" cy="1115690"/>
          </a:xfrm>
          <a:prstGeom prst="rect">
            <a:avLst/>
          </a:prstGeom>
        </p:spPr>
        <p:txBody>
          <a:bodyPr wrap="square" lIns="0" tIns="0" rIns="0" bIns="0" rtlCol="0" anchor="t">
            <a:spAutoFit/>
          </a:bodyPr>
          <a:lstStyle/>
          <a:p>
            <a:pPr marL="0" lvl="1" indent="0" algn="ctr">
              <a:lnSpc>
                <a:spcPts val="8730"/>
              </a:lnSpc>
              <a:spcBef>
                <a:spcPct val="0"/>
              </a:spcBef>
            </a:pPr>
            <a:r>
              <a:rPr lang="en-US" sz="9000" b="1" dirty="0">
                <a:solidFill>
                  <a:srgbClr val="000000"/>
                </a:solidFill>
                <a:latin typeface="Times New Roman Bold"/>
                <a:ea typeface="Times New Roman Bold"/>
                <a:cs typeface="Times New Roman Bold"/>
                <a:sym typeface="Times New Roman Bold"/>
              </a:rPr>
              <a:t>Objective of Project</a:t>
            </a:r>
          </a:p>
        </p:txBody>
      </p:sp>
      <p:sp>
        <p:nvSpPr>
          <p:cNvPr id="3" name="TextBox 3"/>
          <p:cNvSpPr txBox="1"/>
          <p:nvPr/>
        </p:nvSpPr>
        <p:spPr>
          <a:xfrm>
            <a:off x="1220374" y="2502044"/>
            <a:ext cx="16927906" cy="6001643"/>
          </a:xfrm>
          <a:prstGeom prst="rect">
            <a:avLst/>
          </a:prstGeom>
        </p:spPr>
        <p:txBody>
          <a:bodyPr lIns="0" tIns="0" rIns="0" bIns="0" rtlCol="0" anchor="t">
            <a:spAutoFit/>
          </a:bodyPr>
          <a:lstStyle/>
          <a:p>
            <a:pPr marL="0" lvl="1" indent="0" algn="just">
              <a:lnSpc>
                <a:spcPts val="3879"/>
              </a:lnSpc>
              <a:spcBef>
                <a:spcPct val="0"/>
              </a:spcBef>
            </a:pPr>
            <a:r>
              <a:rPr lang="en-US" sz="3280" dirty="0">
                <a:solidFill>
                  <a:srgbClr val="000000"/>
                </a:solidFill>
                <a:latin typeface="Times New Roman"/>
                <a:ea typeface="Times New Roman"/>
                <a:cs typeface="Times New Roman"/>
                <a:sym typeface="Times New Roman"/>
              </a:rPr>
              <a:t>The objective of sentiment analysis of an image is to automatically determine the emotional tone or attitude conveyed by the visual content. While traditional sentiment analysis is often applied to text, image sentiment analysis focuses on extracting emotions or sentiments (such as happiness, sadness, anger, fear, etc.) from visual elements in the image, such as:</a:t>
            </a:r>
          </a:p>
          <a:p>
            <a:pPr lvl="1" indent="-457200" algn="just">
              <a:lnSpc>
                <a:spcPts val="3879"/>
              </a:lnSpc>
              <a:spcBef>
                <a:spcPct val="0"/>
              </a:spcBef>
              <a:buFont typeface="Wingdings" panose="05000000000000000000" pitchFamily="2" charset="2"/>
              <a:buChar char="Ø"/>
            </a:pPr>
            <a:endParaRPr lang="en-US" sz="3280" dirty="0">
              <a:solidFill>
                <a:srgbClr val="000000"/>
              </a:solidFill>
              <a:latin typeface="Times New Roman"/>
              <a:ea typeface="Times New Roman"/>
              <a:cs typeface="Times New Roman"/>
              <a:sym typeface="Times New Roman"/>
            </a:endParaRPr>
          </a:p>
          <a:p>
            <a:pPr lvl="1" indent="-457200" algn="just">
              <a:lnSpc>
                <a:spcPts val="3879"/>
              </a:lnSpc>
              <a:spcBef>
                <a:spcPct val="0"/>
              </a:spcBef>
              <a:buFont typeface="Wingdings" panose="05000000000000000000" pitchFamily="2" charset="2"/>
              <a:buChar char="Ø"/>
            </a:pPr>
            <a:r>
              <a:rPr lang="en-US" sz="3280" b="1" dirty="0">
                <a:solidFill>
                  <a:srgbClr val="000000"/>
                </a:solidFill>
                <a:latin typeface="Times New Roman"/>
                <a:ea typeface="Times New Roman"/>
                <a:cs typeface="Times New Roman"/>
                <a:sym typeface="Times New Roman"/>
              </a:rPr>
              <a:t>Facial expressions: </a:t>
            </a:r>
            <a:r>
              <a:rPr lang="en-US" sz="3280" dirty="0">
                <a:solidFill>
                  <a:srgbClr val="000000"/>
                </a:solidFill>
                <a:latin typeface="Times New Roman"/>
                <a:ea typeface="Times New Roman"/>
                <a:cs typeface="Times New Roman"/>
                <a:sym typeface="Times New Roman"/>
              </a:rPr>
              <a:t>Recognizing human emotions through expressions.</a:t>
            </a:r>
          </a:p>
          <a:p>
            <a:pPr lvl="1" indent="-457200" algn="just">
              <a:lnSpc>
                <a:spcPts val="3879"/>
              </a:lnSpc>
              <a:spcBef>
                <a:spcPct val="0"/>
              </a:spcBef>
              <a:buFont typeface="Wingdings" panose="05000000000000000000" pitchFamily="2" charset="2"/>
              <a:buChar char="Ø"/>
            </a:pPr>
            <a:r>
              <a:rPr lang="en-US" sz="3280" b="1" dirty="0">
                <a:solidFill>
                  <a:srgbClr val="000000"/>
                </a:solidFill>
                <a:latin typeface="Times New Roman"/>
                <a:ea typeface="Times New Roman"/>
                <a:cs typeface="Times New Roman"/>
                <a:sym typeface="Times New Roman"/>
              </a:rPr>
              <a:t>Body language: </a:t>
            </a:r>
            <a:r>
              <a:rPr lang="en-US" sz="3280" dirty="0">
                <a:solidFill>
                  <a:srgbClr val="000000"/>
                </a:solidFill>
                <a:latin typeface="Times New Roman"/>
                <a:ea typeface="Times New Roman"/>
                <a:cs typeface="Times New Roman"/>
                <a:sym typeface="Times New Roman"/>
              </a:rPr>
              <a:t>Inferring emotional states from posture or gestures.</a:t>
            </a:r>
          </a:p>
          <a:p>
            <a:pPr lvl="1" indent="-457200" algn="just">
              <a:lnSpc>
                <a:spcPts val="3879"/>
              </a:lnSpc>
              <a:spcBef>
                <a:spcPct val="0"/>
              </a:spcBef>
              <a:buFont typeface="Wingdings" panose="05000000000000000000" pitchFamily="2" charset="2"/>
              <a:buChar char="Ø"/>
            </a:pPr>
            <a:r>
              <a:rPr lang="en-US" sz="3280" b="1" dirty="0">
                <a:solidFill>
                  <a:srgbClr val="000000"/>
                </a:solidFill>
                <a:latin typeface="Times New Roman"/>
                <a:ea typeface="Times New Roman"/>
                <a:cs typeface="Times New Roman"/>
                <a:sym typeface="Times New Roman"/>
              </a:rPr>
              <a:t>Context and objects: </a:t>
            </a:r>
            <a:r>
              <a:rPr lang="en-US" sz="3280" dirty="0">
                <a:solidFill>
                  <a:srgbClr val="000000"/>
                </a:solidFill>
                <a:latin typeface="Times New Roman"/>
                <a:ea typeface="Times New Roman"/>
                <a:cs typeface="Times New Roman"/>
                <a:sym typeface="Times New Roman"/>
              </a:rPr>
              <a:t>Analyzing the environment, objects, or situations depicted.</a:t>
            </a:r>
          </a:p>
          <a:p>
            <a:pPr lvl="1" indent="-457200" algn="just">
              <a:lnSpc>
                <a:spcPts val="3879"/>
              </a:lnSpc>
              <a:spcBef>
                <a:spcPct val="0"/>
              </a:spcBef>
              <a:buFont typeface="Wingdings" panose="05000000000000000000" pitchFamily="2" charset="2"/>
              <a:buChar char="Ø"/>
            </a:pPr>
            <a:r>
              <a:rPr lang="en-US" sz="3280" b="1" dirty="0">
                <a:solidFill>
                  <a:srgbClr val="000000"/>
                </a:solidFill>
                <a:latin typeface="Times New Roman"/>
                <a:ea typeface="Times New Roman"/>
                <a:cs typeface="Times New Roman"/>
                <a:sym typeface="Times New Roman"/>
              </a:rPr>
              <a:t>Color tones and lighting: </a:t>
            </a:r>
            <a:r>
              <a:rPr lang="en-US" sz="3280" dirty="0">
                <a:solidFill>
                  <a:srgbClr val="000000"/>
                </a:solidFill>
                <a:latin typeface="Times New Roman"/>
                <a:ea typeface="Times New Roman"/>
                <a:cs typeface="Times New Roman"/>
                <a:sym typeface="Times New Roman"/>
              </a:rPr>
              <a:t>Assessing the emotional impact of color schemes and lighting.</a:t>
            </a:r>
          </a:p>
          <a:p>
            <a:pPr lvl="1" indent="-457200" algn="just">
              <a:lnSpc>
                <a:spcPts val="3879"/>
              </a:lnSpc>
              <a:spcBef>
                <a:spcPct val="0"/>
              </a:spcBef>
              <a:buFont typeface="Wingdings" panose="05000000000000000000" pitchFamily="2" charset="2"/>
              <a:buChar char="Ø"/>
            </a:pPr>
            <a:r>
              <a:rPr lang="en-US" sz="3280" b="1" dirty="0">
                <a:solidFill>
                  <a:srgbClr val="000000"/>
                </a:solidFill>
                <a:latin typeface="Times New Roman"/>
                <a:ea typeface="Times New Roman"/>
                <a:cs typeface="Times New Roman"/>
                <a:sym typeface="Times New Roman"/>
              </a:rPr>
              <a:t>Scene composition: </a:t>
            </a:r>
            <a:r>
              <a:rPr lang="en-US" sz="3280" dirty="0">
                <a:solidFill>
                  <a:srgbClr val="000000"/>
                </a:solidFill>
                <a:latin typeface="Times New Roman"/>
                <a:ea typeface="Times New Roman"/>
                <a:cs typeface="Times New Roman"/>
                <a:sym typeface="Times New Roman"/>
              </a:rPr>
              <a:t>Considering how the arrangement of elements conveys a mood.</a:t>
            </a:r>
          </a:p>
          <a:p>
            <a:pPr lvl="1" indent="-457200" algn="just">
              <a:lnSpc>
                <a:spcPts val="3879"/>
              </a:lnSpc>
              <a:spcBef>
                <a:spcPct val="0"/>
              </a:spcBef>
              <a:buFont typeface="Wingdings" panose="05000000000000000000" pitchFamily="2" charset="2"/>
              <a:buChar char="Ø"/>
            </a:pPr>
            <a:endParaRPr lang="en-US" sz="3280" dirty="0">
              <a:solidFill>
                <a:srgbClr val="000000"/>
              </a:solidFill>
              <a:latin typeface="Times New Roman"/>
              <a:ea typeface="Times New Roman"/>
              <a:cs typeface="Times New Roman"/>
              <a:sym typeface="Times New Roman"/>
            </a:endParaRPr>
          </a:p>
          <a:p>
            <a:pPr marL="0" lvl="1" indent="0" algn="l">
              <a:lnSpc>
                <a:spcPts val="3879"/>
              </a:lnSpc>
              <a:spcBef>
                <a:spcPct val="0"/>
              </a:spcBef>
            </a:pPr>
            <a:endParaRPr lang="en-US" sz="328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1" y="1943100"/>
            <a:ext cx="17016846" cy="4666406"/>
          </a:xfrm>
          <a:prstGeom prst="rect">
            <a:avLst/>
          </a:prstGeom>
        </p:spPr>
        <p:txBody>
          <a:bodyPr wrap="square" lIns="0" tIns="0" rIns="0" bIns="0" rtlCol="0" anchor="t">
            <a:spAutoFit/>
          </a:bodyPr>
          <a:lstStyle/>
          <a:p>
            <a:pPr algn="just">
              <a:lnSpc>
                <a:spcPts val="5270"/>
              </a:lnSpc>
            </a:pPr>
            <a:r>
              <a:rPr lang="en-US" sz="3280" b="1" dirty="0">
                <a:solidFill>
                  <a:srgbClr val="000000"/>
                </a:solidFill>
                <a:latin typeface="Times New Roman"/>
                <a:ea typeface="Times New Roman"/>
                <a:cs typeface="Times New Roman"/>
                <a:sym typeface="Times New Roman"/>
              </a:rPr>
              <a:t>Convolution Neural Network (CNN):</a:t>
            </a:r>
          </a:p>
          <a:p>
            <a:pPr algn="just"/>
            <a:r>
              <a:rPr lang="en-US" sz="3280" dirty="0">
                <a:solidFill>
                  <a:srgbClr val="000000"/>
                </a:solidFill>
                <a:latin typeface="Times New Roman"/>
                <a:ea typeface="Times New Roman"/>
                <a:cs typeface="Times New Roman"/>
                <a:sym typeface="Times New Roman"/>
              </a:rPr>
              <a:t>A convolutional neural network (CNN) is a type of artificial neural network used in image recognition and processing that is specifically designed to process pixel data. The convolution layers are used to help the computer determine features that could be missed in simply flattening an image into its pixel values.</a:t>
            </a:r>
          </a:p>
          <a:p>
            <a:pPr algn="just">
              <a:lnSpc>
                <a:spcPts val="5270"/>
              </a:lnSpc>
            </a:pPr>
            <a:r>
              <a:rPr lang="en-US" sz="3280" b="1" dirty="0">
                <a:solidFill>
                  <a:srgbClr val="000000"/>
                </a:solidFill>
                <a:latin typeface="Times New Roman"/>
                <a:ea typeface="Times New Roman"/>
                <a:cs typeface="Times New Roman"/>
                <a:sym typeface="Times New Roman"/>
              </a:rPr>
              <a:t>Feature Extraction and Training :</a:t>
            </a:r>
            <a:r>
              <a:rPr lang="en-US" sz="3280" dirty="0">
                <a:solidFill>
                  <a:srgbClr val="000000"/>
                </a:solidFill>
                <a:latin typeface="Times New Roman"/>
                <a:ea typeface="Times New Roman"/>
                <a:cs typeface="Times New Roman"/>
                <a:sym typeface="Times New Roman"/>
              </a:rPr>
              <a:t>Feature Extraction and Training will be done using Convolution Neural Network.</a:t>
            </a:r>
          </a:p>
          <a:p>
            <a:pPr algn="just">
              <a:lnSpc>
                <a:spcPts val="5270"/>
              </a:lnSpc>
            </a:pPr>
            <a:endParaRPr lang="en-US" sz="3280" dirty="0">
              <a:solidFill>
                <a:srgbClr val="000000"/>
              </a:solidFill>
              <a:latin typeface="Times New Roman"/>
              <a:ea typeface="Times New Roman"/>
              <a:cs typeface="Times New Roman"/>
              <a:sym typeface="Times New Roman"/>
            </a:endParaRPr>
          </a:p>
        </p:txBody>
      </p:sp>
      <p:sp>
        <p:nvSpPr>
          <p:cNvPr id="4" name="TextBox 4"/>
          <p:cNvSpPr txBox="1"/>
          <p:nvPr/>
        </p:nvSpPr>
        <p:spPr>
          <a:xfrm>
            <a:off x="-609601" y="228600"/>
            <a:ext cx="10287001" cy="1482393"/>
          </a:xfrm>
          <a:prstGeom prst="rect">
            <a:avLst/>
          </a:prstGeom>
        </p:spPr>
        <p:txBody>
          <a:bodyPr wrap="square" lIns="0" tIns="0" rIns="0" bIns="0" rtlCol="0" anchor="t">
            <a:spAutoFit/>
          </a:bodyPr>
          <a:lstStyle/>
          <a:p>
            <a:pPr algn="ctr">
              <a:lnSpc>
                <a:spcPts val="12599"/>
              </a:lnSpc>
              <a:spcBef>
                <a:spcPct val="0"/>
              </a:spcBef>
            </a:pPr>
            <a:r>
              <a:rPr lang="en-US" sz="9000" b="1" dirty="0">
                <a:solidFill>
                  <a:srgbClr val="000000"/>
                </a:solidFill>
                <a:latin typeface="Times New Roman Bold"/>
                <a:ea typeface="Times New Roman Bold"/>
                <a:cs typeface="Times New Roman Bold"/>
                <a:sym typeface="Times New Roman Bold"/>
              </a:rPr>
              <a:t>Implementation</a:t>
            </a:r>
          </a:p>
        </p:txBody>
      </p:sp>
      <p:pic>
        <p:nvPicPr>
          <p:cNvPr id="9" name="Picture 8">
            <a:extLst>
              <a:ext uri="{FF2B5EF4-FFF2-40B4-BE49-F238E27FC236}">
                <a16:creationId xmlns:a16="http://schemas.microsoft.com/office/drawing/2014/main" id="{886EEB1D-95C8-2281-3FF5-2B63E0B6BF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4696460"/>
            <a:ext cx="8305800" cy="46670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302252" y="710881"/>
            <a:ext cx="10695862" cy="1348740"/>
          </a:xfrm>
          <a:prstGeom prst="rect">
            <a:avLst/>
          </a:prstGeom>
        </p:spPr>
        <p:txBody>
          <a:bodyPr lIns="0" tIns="0" rIns="0" bIns="0" rtlCol="0" anchor="t">
            <a:spAutoFit/>
          </a:bodyPr>
          <a:lstStyle/>
          <a:p>
            <a:pPr algn="l">
              <a:lnSpc>
                <a:spcPts val="8730"/>
              </a:lnSpc>
            </a:pPr>
            <a:r>
              <a:rPr lang="en-US" sz="9000" b="1">
                <a:solidFill>
                  <a:srgbClr val="000000"/>
                </a:solidFill>
                <a:latin typeface="Times New Roman Bold"/>
                <a:ea typeface="Times New Roman Bold"/>
                <a:cs typeface="Times New Roman Bold"/>
                <a:sym typeface="Times New Roman Bold"/>
              </a:rPr>
              <a:t>BLOCK DIAGRAM</a:t>
            </a:r>
          </a:p>
        </p:txBody>
      </p:sp>
      <p:pic>
        <p:nvPicPr>
          <p:cNvPr id="4" name="Graphic 3">
            <a:extLst>
              <a:ext uri="{FF2B5EF4-FFF2-40B4-BE49-F238E27FC236}">
                <a16:creationId xmlns:a16="http://schemas.microsoft.com/office/drawing/2014/main" id="{6D928C45-5844-E899-2BBC-5BF0B27B97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0600" y="1366816"/>
            <a:ext cx="16981767" cy="81107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454652" y="863281"/>
            <a:ext cx="10695862" cy="1348740"/>
          </a:xfrm>
          <a:prstGeom prst="rect">
            <a:avLst/>
          </a:prstGeom>
        </p:spPr>
        <p:txBody>
          <a:bodyPr lIns="0" tIns="0" rIns="0" bIns="0" rtlCol="0" anchor="t">
            <a:spAutoFit/>
          </a:bodyPr>
          <a:lstStyle/>
          <a:p>
            <a:pPr algn="l">
              <a:lnSpc>
                <a:spcPts val="8730"/>
              </a:lnSpc>
            </a:pPr>
            <a:r>
              <a:rPr lang="en-US" sz="9000" b="1">
                <a:solidFill>
                  <a:srgbClr val="000000"/>
                </a:solidFill>
                <a:latin typeface="Times New Roman Bold"/>
                <a:ea typeface="Times New Roman Bold"/>
                <a:cs typeface="Times New Roman Bold"/>
                <a:sym typeface="Times New Roman Bold"/>
              </a:rPr>
              <a:t>PROCESS MODEL </a:t>
            </a:r>
          </a:p>
        </p:txBody>
      </p:sp>
      <p:sp>
        <p:nvSpPr>
          <p:cNvPr id="4" name="TextBox 4"/>
          <p:cNvSpPr txBox="1"/>
          <p:nvPr/>
        </p:nvSpPr>
        <p:spPr>
          <a:xfrm>
            <a:off x="1454653" y="4474904"/>
            <a:ext cx="15560908" cy="3500958"/>
          </a:xfrm>
          <a:prstGeom prst="rect">
            <a:avLst/>
          </a:prstGeom>
        </p:spPr>
        <p:txBody>
          <a:bodyPr wrap="square" lIns="0" tIns="0" rIns="0" bIns="0" rtlCol="0" anchor="t">
            <a:spAutoFit/>
          </a:bodyPr>
          <a:lstStyle/>
          <a:p>
            <a:pPr algn="just"/>
            <a:r>
              <a:rPr lang="en-US" sz="3280" dirty="0">
                <a:solidFill>
                  <a:srgbClr val="000000"/>
                </a:solidFill>
                <a:latin typeface="Times New Roman"/>
                <a:ea typeface="Times New Roman"/>
                <a:cs typeface="Times New Roman"/>
                <a:sym typeface="Times New Roman"/>
              </a:rPr>
              <a:t>After selection of dataset steps in Image Expression Recognition Using CNN</a:t>
            </a:r>
          </a:p>
          <a:p>
            <a:pPr algn="just"/>
            <a:r>
              <a:rPr lang="en-US" sz="3280" dirty="0">
                <a:solidFill>
                  <a:srgbClr val="000000"/>
                </a:solidFill>
                <a:latin typeface="Times New Roman"/>
                <a:ea typeface="Times New Roman"/>
                <a:cs typeface="Times New Roman"/>
                <a:sym typeface="Times New Roman"/>
              </a:rPr>
              <a:t>1) Image Data Preprocessing</a:t>
            </a:r>
          </a:p>
          <a:p>
            <a:pPr algn="just"/>
            <a:r>
              <a:rPr lang="en-US" sz="3280" dirty="0">
                <a:solidFill>
                  <a:srgbClr val="000000"/>
                </a:solidFill>
                <a:latin typeface="Times New Roman"/>
                <a:ea typeface="Times New Roman"/>
                <a:cs typeface="Times New Roman"/>
                <a:sym typeface="Times New Roman"/>
              </a:rPr>
              <a:t>2) Image Data Augmentation</a:t>
            </a:r>
          </a:p>
          <a:p>
            <a:pPr algn="just"/>
            <a:r>
              <a:rPr lang="en-US" sz="3280" dirty="0">
                <a:solidFill>
                  <a:srgbClr val="000000"/>
                </a:solidFill>
                <a:latin typeface="Times New Roman"/>
                <a:ea typeface="Times New Roman"/>
                <a:cs typeface="Times New Roman"/>
                <a:sym typeface="Times New Roman"/>
              </a:rPr>
              <a:t>3) Feature Extraction and Training</a:t>
            </a:r>
          </a:p>
          <a:p>
            <a:pPr algn="just"/>
            <a:r>
              <a:rPr lang="en-US" sz="3280" dirty="0">
                <a:solidFill>
                  <a:srgbClr val="000000"/>
                </a:solidFill>
                <a:latin typeface="Times New Roman"/>
                <a:ea typeface="Times New Roman"/>
                <a:cs typeface="Times New Roman"/>
                <a:sym typeface="Times New Roman"/>
              </a:rPr>
              <a:t>4) Validation and Output</a:t>
            </a:r>
          </a:p>
          <a:p>
            <a:pPr algn="just"/>
            <a:r>
              <a:rPr lang="en-US" sz="3280" dirty="0">
                <a:solidFill>
                  <a:srgbClr val="000000"/>
                </a:solidFill>
                <a:latin typeface="Times New Roman"/>
                <a:ea typeface="Times New Roman"/>
                <a:cs typeface="Times New Roman"/>
                <a:sym typeface="Times New Roman"/>
              </a:rPr>
              <a:t>If not satisfied with accuracy do hyper parameter tuning by adding hidden layer,</a:t>
            </a:r>
          </a:p>
          <a:p>
            <a:pPr algn="just"/>
            <a:r>
              <a:rPr lang="en-US" sz="3280" dirty="0">
                <a:solidFill>
                  <a:srgbClr val="000000"/>
                </a:solidFill>
                <a:latin typeface="Times New Roman"/>
                <a:ea typeface="Times New Roman"/>
                <a:cs typeface="Times New Roman"/>
                <a:sym typeface="Times New Roman"/>
              </a:rPr>
              <a:t>changing learning rate, number of epochs, batch size, etc.</a:t>
            </a:r>
          </a:p>
        </p:txBody>
      </p:sp>
      <p:pic>
        <p:nvPicPr>
          <p:cNvPr id="9" name="Picture 8">
            <a:extLst>
              <a:ext uri="{FF2B5EF4-FFF2-40B4-BE49-F238E27FC236}">
                <a16:creationId xmlns:a16="http://schemas.microsoft.com/office/drawing/2014/main" id="{A4E2378A-6D45-1824-07A6-4EC7C1AA8B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2303204"/>
            <a:ext cx="13106400" cy="2171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285999" y="266701"/>
            <a:ext cx="13868400" cy="1482393"/>
          </a:xfrm>
          <a:prstGeom prst="rect">
            <a:avLst/>
          </a:prstGeom>
        </p:spPr>
        <p:txBody>
          <a:bodyPr wrap="square" lIns="0" tIns="0" rIns="0" bIns="0" rtlCol="0" anchor="t">
            <a:spAutoFit/>
          </a:bodyPr>
          <a:lstStyle/>
          <a:p>
            <a:pPr algn="ctr">
              <a:lnSpc>
                <a:spcPts val="12599"/>
              </a:lnSpc>
              <a:spcBef>
                <a:spcPct val="0"/>
              </a:spcBef>
            </a:pPr>
            <a:r>
              <a:rPr lang="en-US" sz="9000" b="1" dirty="0">
                <a:solidFill>
                  <a:srgbClr val="000000"/>
                </a:solidFill>
                <a:latin typeface="Times New Roman Bold"/>
                <a:ea typeface="Times New Roman Bold"/>
                <a:cs typeface="Times New Roman Bold"/>
                <a:sym typeface="Times New Roman Bold"/>
              </a:rPr>
              <a:t>About Dataset</a:t>
            </a:r>
          </a:p>
        </p:txBody>
      </p:sp>
      <p:sp>
        <p:nvSpPr>
          <p:cNvPr id="6" name="TextBox 5">
            <a:extLst>
              <a:ext uri="{FF2B5EF4-FFF2-40B4-BE49-F238E27FC236}">
                <a16:creationId xmlns:a16="http://schemas.microsoft.com/office/drawing/2014/main" id="{C3CB482D-1B57-D6B3-0BE7-DF35AFE46699}"/>
              </a:ext>
            </a:extLst>
          </p:cNvPr>
          <p:cNvSpPr txBox="1"/>
          <p:nvPr/>
        </p:nvSpPr>
        <p:spPr>
          <a:xfrm>
            <a:off x="1066800" y="2400300"/>
            <a:ext cx="16306800" cy="3120854"/>
          </a:xfrm>
          <a:prstGeom prst="rect">
            <a:avLst/>
          </a:prstGeom>
          <a:noFill/>
        </p:spPr>
        <p:txBody>
          <a:bodyPr wrap="square" rtlCol="0">
            <a:spAutoFit/>
          </a:bodyPr>
          <a:lstStyle/>
          <a:p>
            <a:pPr algn="just"/>
            <a:r>
              <a:rPr lang="en-US" sz="3280" dirty="0">
                <a:latin typeface="Times New Roman" panose="02020603050405020304" pitchFamily="18" charset="0"/>
                <a:cs typeface="Times New Roman" panose="02020603050405020304" pitchFamily="18" charset="0"/>
              </a:rPr>
              <a:t>The data consists of 48×48 pixel grayscale images of faces. The faces have been automatically registered so that the face is more or less </a:t>
            </a:r>
            <a:r>
              <a:rPr lang="en-US" sz="3280" dirty="0" err="1">
                <a:latin typeface="Times New Roman" panose="02020603050405020304" pitchFamily="18" charset="0"/>
                <a:cs typeface="Times New Roman" panose="02020603050405020304" pitchFamily="18" charset="0"/>
              </a:rPr>
              <a:t>centred</a:t>
            </a:r>
            <a:r>
              <a:rPr lang="en-US" sz="3280" dirty="0">
                <a:latin typeface="Times New Roman" panose="02020603050405020304" pitchFamily="18" charset="0"/>
                <a:cs typeface="Times New Roman" panose="02020603050405020304" pitchFamily="18" charset="0"/>
              </a:rPr>
              <a:t> and occupies about the same amount of space in each </a:t>
            </a:r>
            <a:r>
              <a:rPr lang="en-US" sz="3280" dirty="0" err="1">
                <a:latin typeface="Times New Roman" panose="02020603050405020304" pitchFamily="18" charset="0"/>
                <a:cs typeface="Times New Roman" panose="02020603050405020304" pitchFamily="18" charset="0"/>
              </a:rPr>
              <a:t>image.The</a:t>
            </a:r>
            <a:r>
              <a:rPr lang="en-US" sz="3280" dirty="0">
                <a:latin typeface="Times New Roman" panose="02020603050405020304" pitchFamily="18" charset="0"/>
                <a:cs typeface="Times New Roman" panose="02020603050405020304" pitchFamily="18" charset="0"/>
              </a:rPr>
              <a:t> task is to categorize each face based on the emotion shown in the facial expression into one of seven categories (0=Angry, 1-Disgust, 2=Fear, 3=Happy, 4-Sad, 5=Surprise, 6-Neutral). The training set consists of 28,709 examples and the public test set consists of 3,589 examples.</a:t>
            </a:r>
            <a:endParaRPr lang="en-IN" sz="328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581400" y="190500"/>
            <a:ext cx="13782096" cy="987065"/>
          </a:xfrm>
          <a:prstGeom prst="rect">
            <a:avLst/>
          </a:prstGeom>
        </p:spPr>
        <p:txBody>
          <a:bodyPr wrap="square" lIns="0" tIns="0" rIns="0" bIns="0" rtlCol="0" anchor="t">
            <a:spAutoFit/>
          </a:bodyPr>
          <a:lstStyle/>
          <a:p>
            <a:pPr algn="l">
              <a:lnSpc>
                <a:spcPts val="8730"/>
              </a:lnSpc>
            </a:pPr>
            <a:r>
              <a:rPr lang="en-US" sz="5000" b="1" dirty="0">
                <a:solidFill>
                  <a:srgbClr val="000000"/>
                </a:solidFill>
                <a:latin typeface="Times New Roman Bold"/>
                <a:ea typeface="Times New Roman Bold"/>
                <a:cs typeface="Times New Roman Bold"/>
                <a:sym typeface="Times New Roman Bold"/>
              </a:rPr>
              <a:t>Tools and Software Requirements</a:t>
            </a:r>
          </a:p>
        </p:txBody>
      </p:sp>
      <p:sp>
        <p:nvSpPr>
          <p:cNvPr id="4" name="TextBox 3">
            <a:extLst>
              <a:ext uri="{FF2B5EF4-FFF2-40B4-BE49-F238E27FC236}">
                <a16:creationId xmlns:a16="http://schemas.microsoft.com/office/drawing/2014/main" id="{CFC12E82-246E-1E1A-E3A6-CE25F51CD8EA}"/>
              </a:ext>
            </a:extLst>
          </p:cNvPr>
          <p:cNvSpPr txBox="1"/>
          <p:nvPr/>
        </p:nvSpPr>
        <p:spPr>
          <a:xfrm>
            <a:off x="924504" y="1257300"/>
            <a:ext cx="12802557" cy="7991931"/>
          </a:xfrm>
          <a:prstGeom prst="rect">
            <a:avLst/>
          </a:prstGeom>
          <a:noFill/>
        </p:spPr>
        <p:txBody>
          <a:bodyPr wrap="square">
            <a:spAutoFit/>
          </a:bodyPr>
          <a:lstStyle/>
          <a:p>
            <a:pPr marL="661035">
              <a:buNone/>
            </a:pPr>
            <a:r>
              <a:rPr lang="en-US" sz="2500" b="1" dirty="0">
                <a:effectLst/>
                <a:latin typeface="Times New Roman" panose="02020603050405020304" pitchFamily="18" charset="0"/>
                <a:ea typeface="Times New Roman" panose="02020603050405020304" pitchFamily="18" charset="0"/>
              </a:rPr>
              <a:t>H/W</a:t>
            </a:r>
            <a:r>
              <a:rPr lang="en-US" sz="2500" b="1" spc="50" dirty="0">
                <a:effectLst/>
                <a:latin typeface="Times New Roman" panose="02020603050405020304" pitchFamily="18" charset="0"/>
                <a:ea typeface="Times New Roman" panose="02020603050405020304" pitchFamily="18" charset="0"/>
              </a:rPr>
              <a:t> </a:t>
            </a:r>
            <a:r>
              <a:rPr lang="en-US" sz="2500" b="1" spc="-10" dirty="0">
                <a:effectLst/>
                <a:latin typeface="Times New Roman" panose="02020603050405020304" pitchFamily="18" charset="0"/>
                <a:ea typeface="Times New Roman" panose="02020603050405020304" pitchFamily="18" charset="0"/>
              </a:rPr>
              <a:t>SPECIFICATIONS:</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75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Processor</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I5/Intel</a:t>
            </a:r>
            <a:r>
              <a:rPr lang="en-US" sz="2500" spc="50" dirty="0">
                <a:effectLst/>
                <a:latin typeface="Times New Roman" panose="02020603050405020304" pitchFamily="18" charset="0"/>
                <a:ea typeface="Times New Roman" panose="02020603050405020304" pitchFamily="18" charset="0"/>
              </a:rPr>
              <a:t> </a:t>
            </a:r>
            <a:r>
              <a:rPr lang="en-US" sz="2500" spc="-10" dirty="0">
                <a:effectLst/>
                <a:latin typeface="Times New Roman" panose="02020603050405020304" pitchFamily="18" charset="0"/>
                <a:ea typeface="Times New Roman" panose="02020603050405020304" pitchFamily="18" charset="0"/>
              </a:rPr>
              <a:t>Processor</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RAM</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4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4GB</a:t>
            </a:r>
            <a:r>
              <a:rPr lang="en-US" sz="2500" spc="40" dirty="0">
                <a:effectLst/>
                <a:latin typeface="Times New Roman" panose="02020603050405020304" pitchFamily="18" charset="0"/>
                <a:ea typeface="Times New Roman" panose="02020603050405020304" pitchFamily="18" charset="0"/>
              </a:rPr>
              <a:t> </a:t>
            </a:r>
            <a:r>
              <a:rPr lang="en-US" sz="2500" spc="-20" dirty="0">
                <a:effectLst/>
                <a:latin typeface="Times New Roman" panose="02020603050405020304" pitchFamily="18" charset="0"/>
                <a:ea typeface="Times New Roman" panose="02020603050405020304" pitchFamily="18" charset="0"/>
              </a:rPr>
              <a:t>(min)</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10"/>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Hard</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Disk</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128</a:t>
            </a:r>
            <a:r>
              <a:rPr lang="en-US" sz="2500" spc="20" dirty="0">
                <a:effectLst/>
                <a:latin typeface="Times New Roman" panose="02020603050405020304" pitchFamily="18" charset="0"/>
                <a:ea typeface="Times New Roman" panose="02020603050405020304" pitchFamily="18" charset="0"/>
              </a:rPr>
              <a:t> </a:t>
            </a:r>
            <a:r>
              <a:rPr lang="en-US" sz="2500" spc="-25" dirty="0">
                <a:effectLst/>
                <a:latin typeface="Times New Roman" panose="02020603050405020304" pitchFamily="18" charset="0"/>
                <a:ea typeface="Times New Roman" panose="02020603050405020304" pitchFamily="18" charset="0"/>
              </a:rPr>
              <a:t>GB</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Key</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Board</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Standard</a:t>
            </a:r>
            <a:r>
              <a:rPr lang="en-US" sz="2500" spc="6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Windows</a:t>
            </a:r>
            <a:r>
              <a:rPr lang="en-US" sz="2500" spc="50" dirty="0">
                <a:effectLst/>
                <a:latin typeface="Times New Roman" panose="02020603050405020304" pitchFamily="18" charset="0"/>
                <a:ea typeface="Times New Roman" panose="02020603050405020304" pitchFamily="18" charset="0"/>
              </a:rPr>
              <a:t> </a:t>
            </a:r>
            <a:r>
              <a:rPr lang="en-US" sz="2500" spc="-10" dirty="0">
                <a:effectLst/>
                <a:latin typeface="Times New Roman" panose="02020603050405020304" pitchFamily="18" charset="0"/>
                <a:ea typeface="Times New Roman" panose="02020603050405020304" pitchFamily="18" charset="0"/>
              </a:rPr>
              <a:t>Keyboard</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Mouse</a:t>
            </a:r>
            <a:r>
              <a:rPr lang="en-US" sz="2500" spc="3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Two</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or</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Three</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Button</a:t>
            </a:r>
            <a:r>
              <a:rPr lang="en-US" sz="2500" spc="35" dirty="0">
                <a:effectLst/>
                <a:latin typeface="Times New Roman" panose="02020603050405020304" pitchFamily="18" charset="0"/>
                <a:ea typeface="Times New Roman" panose="02020603050405020304" pitchFamily="18" charset="0"/>
              </a:rPr>
              <a:t> </a:t>
            </a:r>
            <a:r>
              <a:rPr lang="en-US" sz="2500" spc="-10" dirty="0">
                <a:effectLst/>
                <a:latin typeface="Times New Roman" panose="02020603050405020304" pitchFamily="18" charset="0"/>
                <a:ea typeface="Times New Roman" panose="02020603050405020304" pitchFamily="18" charset="0"/>
              </a:rPr>
              <a:t>Mouse</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Monitor</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60" dirty="0">
                <a:effectLst/>
                <a:latin typeface="Times New Roman" panose="02020603050405020304" pitchFamily="18" charset="0"/>
                <a:ea typeface="Times New Roman" panose="02020603050405020304" pitchFamily="18" charset="0"/>
              </a:rPr>
              <a:t> </a:t>
            </a:r>
            <a:r>
              <a:rPr lang="en-US" sz="2500" spc="-25" dirty="0">
                <a:effectLst/>
                <a:latin typeface="Times New Roman" panose="02020603050405020304" pitchFamily="18" charset="0"/>
                <a:ea typeface="Times New Roman" panose="02020603050405020304" pitchFamily="18" charset="0"/>
              </a:rPr>
              <a:t>Any</a:t>
            </a:r>
            <a:endParaRPr lang="en-IN" sz="2500" dirty="0">
              <a:effectLst/>
              <a:latin typeface="Times New Roman" panose="02020603050405020304" pitchFamily="18" charset="0"/>
              <a:ea typeface="Times New Roman" panose="02020603050405020304" pitchFamily="18" charset="0"/>
            </a:endParaRPr>
          </a:p>
          <a:p>
            <a:pPr marL="900430">
              <a:spcBef>
                <a:spcPts val="770"/>
              </a:spcBef>
              <a:buNone/>
            </a:pPr>
            <a:r>
              <a:rPr lang="en-US" sz="2500" b="1" dirty="0">
                <a:effectLst/>
                <a:latin typeface="Times New Roman" panose="02020603050405020304" pitchFamily="18" charset="0"/>
                <a:ea typeface="Times New Roman" panose="02020603050405020304" pitchFamily="18" charset="0"/>
              </a:rPr>
              <a:t> </a:t>
            </a:r>
            <a:endParaRPr lang="en-IN" sz="2500" b="1" dirty="0">
              <a:effectLst/>
              <a:latin typeface="Times New Roman" panose="02020603050405020304" pitchFamily="18" charset="0"/>
              <a:ea typeface="Times New Roman" panose="02020603050405020304" pitchFamily="18" charset="0"/>
            </a:endParaRPr>
          </a:p>
          <a:p>
            <a:pPr marL="342900" lvl="0" indent="-342900">
              <a:spcBef>
                <a:spcPts val="770"/>
              </a:spcBef>
              <a:buFont typeface="Symbol" panose="05050102010706020507" pitchFamily="18" charset="2"/>
              <a:buChar char=""/>
            </a:pPr>
            <a:r>
              <a:rPr lang="en-US" sz="2500" b="1" dirty="0">
                <a:effectLst/>
                <a:latin typeface="Times New Roman" panose="02020603050405020304" pitchFamily="18" charset="0"/>
                <a:ea typeface="Times New Roman" panose="02020603050405020304" pitchFamily="18" charset="0"/>
              </a:rPr>
              <a:t>S/W</a:t>
            </a:r>
            <a:r>
              <a:rPr lang="en-US" sz="2500" b="1" spc="45" dirty="0">
                <a:effectLst/>
                <a:latin typeface="Times New Roman" panose="02020603050405020304" pitchFamily="18" charset="0"/>
                <a:ea typeface="Times New Roman" panose="02020603050405020304" pitchFamily="18" charset="0"/>
              </a:rPr>
              <a:t> </a:t>
            </a:r>
            <a:r>
              <a:rPr lang="en-US" sz="2500" b="1" spc="-10" dirty="0">
                <a:effectLst/>
                <a:latin typeface="Times New Roman" panose="02020603050405020304" pitchFamily="18" charset="0"/>
                <a:ea typeface="Times New Roman" panose="02020603050405020304" pitchFamily="18" charset="0"/>
              </a:rPr>
              <a:t>SPECIFICATIONS:</a:t>
            </a:r>
            <a:endParaRPr lang="en-IN" sz="2500" b="1" dirty="0">
              <a:effectLst/>
              <a:latin typeface="Times New Roman" panose="02020603050405020304" pitchFamily="18" charset="0"/>
              <a:ea typeface="Times New Roman" panose="02020603050405020304" pitchFamily="18" charset="0"/>
            </a:endParaRPr>
          </a:p>
          <a:p>
            <a:pPr marL="342900" lvl="0" indent="-342900">
              <a:spcBef>
                <a:spcPts val="75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Operating</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System</a:t>
            </a:r>
            <a:r>
              <a:rPr lang="en-US" sz="2500" spc="5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6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Windows</a:t>
            </a:r>
            <a:r>
              <a:rPr lang="en-US" sz="2500" spc="65" dirty="0">
                <a:effectLst/>
                <a:latin typeface="Times New Roman" panose="02020603050405020304" pitchFamily="18" charset="0"/>
                <a:ea typeface="Times New Roman" panose="02020603050405020304" pitchFamily="18" charset="0"/>
              </a:rPr>
              <a:t> </a:t>
            </a:r>
            <a:r>
              <a:rPr lang="en-US" sz="2500" spc="-25" dirty="0">
                <a:effectLst/>
                <a:latin typeface="Times New Roman" panose="02020603050405020304" pitchFamily="18" charset="0"/>
                <a:ea typeface="Times New Roman" panose="02020603050405020304" pitchFamily="18" charset="0"/>
              </a:rPr>
              <a:t>7+</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Server-side</a:t>
            </a:r>
            <a:r>
              <a:rPr lang="en-US" sz="2500" spc="4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Script</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6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Python</a:t>
            </a:r>
            <a:r>
              <a:rPr lang="en-US" sz="2500" spc="45" dirty="0">
                <a:effectLst/>
                <a:latin typeface="Times New Roman" panose="02020603050405020304" pitchFamily="18" charset="0"/>
                <a:ea typeface="Times New Roman" panose="02020603050405020304" pitchFamily="18" charset="0"/>
              </a:rPr>
              <a:t> </a:t>
            </a:r>
            <a:r>
              <a:rPr lang="en-US" sz="2500" spc="-20" dirty="0">
                <a:effectLst/>
                <a:latin typeface="Times New Roman" panose="02020603050405020304" pitchFamily="18" charset="0"/>
                <a:ea typeface="Times New Roman" panose="02020603050405020304" pitchFamily="18" charset="0"/>
              </a:rPr>
              <a:t>3.6+</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1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IDE</a:t>
            </a:r>
            <a:r>
              <a:rPr lang="en-US" sz="2500" spc="1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2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PyCharm</a:t>
            </a:r>
            <a:r>
              <a:rPr lang="en-US" sz="2500" spc="1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5" dirty="0">
                <a:effectLst/>
                <a:latin typeface="Times New Roman" panose="02020603050405020304" pitchFamily="18" charset="0"/>
                <a:ea typeface="Times New Roman" panose="02020603050405020304" pitchFamily="18" charset="0"/>
              </a:rPr>
              <a:t> </a:t>
            </a:r>
            <a:r>
              <a:rPr lang="en-US" sz="2500" spc="-10" dirty="0" err="1">
                <a:effectLst/>
                <a:latin typeface="Times New Roman" panose="02020603050405020304" pitchFamily="18" charset="0"/>
                <a:ea typeface="Times New Roman" panose="02020603050405020304" pitchFamily="18" charset="0"/>
              </a:rPr>
              <a:t>VSCode</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Libraries</a:t>
            </a:r>
            <a:r>
              <a:rPr lang="en-US" sz="2500" spc="2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Used</a:t>
            </a:r>
            <a:r>
              <a:rPr lang="en-US" sz="2500" spc="1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2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Pandas,</a:t>
            </a:r>
            <a:r>
              <a:rPr lang="en-US" sz="2500" spc="3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NumPy</a:t>
            </a:r>
            <a:r>
              <a:rPr lang="en-US" sz="2500" spc="-1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10" dirty="0">
                <a:effectLst/>
                <a:latin typeface="Times New Roman" panose="02020603050405020304" pitchFamily="18" charset="0"/>
                <a:ea typeface="Times New Roman" panose="02020603050405020304" pitchFamily="18" charset="0"/>
              </a:rPr>
              <a:t> </a:t>
            </a:r>
            <a:r>
              <a:rPr lang="en-US" sz="2500" dirty="0" err="1">
                <a:effectLst/>
                <a:latin typeface="Times New Roman" panose="02020603050405020304" pitchFamily="18" charset="0"/>
                <a:ea typeface="Times New Roman" panose="02020603050405020304" pitchFamily="18" charset="0"/>
              </a:rPr>
              <a:t>keras</a:t>
            </a:r>
            <a:r>
              <a:rPr lang="en-US" sz="2500" spc="-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25" dirty="0">
                <a:effectLst/>
                <a:latin typeface="Times New Roman" panose="02020603050405020304" pitchFamily="18" charset="0"/>
                <a:ea typeface="Times New Roman" panose="02020603050405020304" pitchFamily="18" charset="0"/>
              </a:rPr>
              <a:t> </a:t>
            </a:r>
            <a:r>
              <a:rPr lang="en-US" sz="2500" spc="-10" dirty="0" err="1">
                <a:effectLst/>
                <a:latin typeface="Times New Roman" panose="02020603050405020304" pitchFamily="18" charset="0"/>
                <a:ea typeface="Times New Roman" panose="02020603050405020304" pitchFamily="18" charset="0"/>
              </a:rPr>
              <a:t>tensarflow</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25"/>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Datasets</a:t>
            </a:r>
            <a:r>
              <a:rPr lang="en-US" sz="2500" spc="-7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7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Kaggle</a:t>
            </a:r>
            <a:r>
              <a:rPr lang="en-US" sz="2500" spc="-70" dirty="0">
                <a:effectLst/>
                <a:latin typeface="Times New Roman" panose="02020603050405020304" pitchFamily="18" charset="0"/>
                <a:ea typeface="Times New Roman" panose="02020603050405020304" pitchFamily="18" charset="0"/>
              </a:rPr>
              <a:t> </a:t>
            </a:r>
            <a:r>
              <a:rPr lang="en-US" sz="2500" spc="-10" dirty="0">
                <a:effectLst/>
                <a:latin typeface="Times New Roman" panose="02020603050405020304" pitchFamily="18" charset="0"/>
                <a:ea typeface="Times New Roman" panose="02020603050405020304" pitchFamily="18" charset="0"/>
              </a:rPr>
              <a:t>Website</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210"/>
              </a:spcBef>
              <a:buFont typeface="Symbol" panose="05050102010706020507" pitchFamily="18" charset="2"/>
              <a:buChar char=""/>
              <a:tabLst>
                <a:tab pos="661035" algn="l"/>
              </a:tabLst>
            </a:pPr>
            <a:r>
              <a:rPr lang="en-US" sz="2500" dirty="0">
                <a:effectLst/>
                <a:latin typeface="Times New Roman" panose="02020603050405020304" pitchFamily="18" charset="0"/>
                <a:ea typeface="Times New Roman" panose="02020603050405020304" pitchFamily="18" charset="0"/>
              </a:rPr>
              <a:t>Version</a:t>
            </a:r>
            <a:r>
              <a:rPr lang="en-US" sz="2500" spc="-6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Controls</a:t>
            </a:r>
            <a:r>
              <a:rPr lang="en-US" sz="2500" spc="-6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t>
            </a:r>
            <a:r>
              <a:rPr lang="en-US" sz="2500" spc="-6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Git</a:t>
            </a:r>
            <a:r>
              <a:rPr lang="en-US" sz="2500" spc="-60" dirty="0">
                <a:effectLst/>
                <a:latin typeface="Times New Roman" panose="02020603050405020304" pitchFamily="18" charset="0"/>
                <a:ea typeface="Times New Roman" panose="02020603050405020304" pitchFamily="18" charset="0"/>
              </a:rPr>
              <a:t> </a:t>
            </a:r>
            <a:r>
              <a:rPr lang="en-US" sz="2500" spc="-25" dirty="0">
                <a:effectLst/>
                <a:latin typeface="Times New Roman" panose="02020603050405020304" pitchFamily="18" charset="0"/>
                <a:ea typeface="Times New Roman" panose="02020603050405020304" pitchFamily="18" charset="0"/>
              </a:rPr>
              <a:t>Hub</a:t>
            </a:r>
            <a:endParaRPr lang="en-IN" sz="2500" dirty="0">
              <a:effectLst/>
              <a:latin typeface="Times New Roman" panose="02020603050405020304" pitchFamily="18" charset="0"/>
              <a:ea typeface="Times New Roman" panose="02020603050405020304" pitchFamily="18" charset="0"/>
            </a:endParaRPr>
          </a:p>
          <a:p>
            <a:pPr marL="342900" lvl="0" indent="-342900">
              <a:spcBef>
                <a:spcPts val="770"/>
              </a:spcBef>
              <a:buFont typeface="Symbol" panose="05050102010706020507" pitchFamily="18" charset="2"/>
              <a:buChar char=""/>
            </a:pPr>
            <a:r>
              <a:rPr lang="en-US" sz="2500" b="1" dirty="0">
                <a:effectLst/>
                <a:latin typeface="Times New Roman" panose="02020603050405020304" pitchFamily="18" charset="0"/>
                <a:ea typeface="Times New Roman" panose="02020603050405020304" pitchFamily="18" charset="0"/>
              </a:rPr>
              <a:t>USED</a:t>
            </a:r>
            <a:r>
              <a:rPr lang="en-US" sz="2500" b="1" spc="55" dirty="0">
                <a:effectLst/>
                <a:latin typeface="Times New Roman" panose="02020603050405020304" pitchFamily="18" charset="0"/>
                <a:ea typeface="Times New Roman" panose="02020603050405020304" pitchFamily="18" charset="0"/>
              </a:rPr>
              <a:t> </a:t>
            </a:r>
            <a:r>
              <a:rPr lang="en-US" sz="2500" b="1" spc="-10" dirty="0">
                <a:effectLst/>
                <a:latin typeface="Times New Roman" panose="02020603050405020304" pitchFamily="18" charset="0"/>
                <a:ea typeface="Times New Roman" panose="02020603050405020304" pitchFamily="18" charset="0"/>
              </a:rPr>
              <a:t>TECHNOLOGY:</a:t>
            </a:r>
            <a:endParaRPr lang="en-IN" sz="2500" b="1" dirty="0">
              <a:effectLst/>
              <a:latin typeface="Times New Roman" panose="02020603050405020304" pitchFamily="18" charset="0"/>
              <a:ea typeface="Times New Roman" panose="02020603050405020304" pitchFamily="18" charset="0"/>
            </a:endParaRPr>
          </a:p>
          <a:p>
            <a:pPr marL="742950" lvl="1" indent="-285750">
              <a:spcBef>
                <a:spcPts val="770"/>
              </a:spcBef>
              <a:buFont typeface="Courier New" panose="02070309020205020404" pitchFamily="49" charset="0"/>
              <a:buChar char="o"/>
              <a:tabLst>
                <a:tab pos="668655" algn="l"/>
              </a:tabLst>
            </a:pPr>
            <a:r>
              <a:rPr lang="en-US" sz="2500" dirty="0">
                <a:effectLst/>
                <a:latin typeface="Times New Roman" panose="02020603050405020304" pitchFamily="18" charset="0"/>
                <a:ea typeface="Times New Roman" panose="02020603050405020304" pitchFamily="18" charset="0"/>
              </a:rPr>
              <a:t>Machine</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Learning</a:t>
            </a:r>
            <a:r>
              <a:rPr lang="en-US" sz="2500" spc="70"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And</a:t>
            </a:r>
            <a:r>
              <a:rPr lang="en-US" sz="2500" spc="7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Deep</a:t>
            </a:r>
            <a:r>
              <a:rPr lang="en-US" sz="2500" spc="55" dirty="0">
                <a:effectLst/>
                <a:latin typeface="Times New Roman" panose="02020603050405020304" pitchFamily="18" charset="0"/>
                <a:ea typeface="Times New Roman" panose="02020603050405020304" pitchFamily="18" charset="0"/>
              </a:rPr>
              <a:t> </a:t>
            </a:r>
            <a:r>
              <a:rPr lang="en-US" sz="2500" dirty="0">
                <a:effectLst/>
                <a:latin typeface="Times New Roman" panose="02020603050405020304" pitchFamily="18" charset="0"/>
                <a:ea typeface="Times New Roman" panose="02020603050405020304" pitchFamily="18" charset="0"/>
              </a:rPr>
              <a:t>Learning</a:t>
            </a:r>
            <a:r>
              <a:rPr lang="en-US" sz="2500" spc="55" dirty="0">
                <a:effectLst/>
                <a:latin typeface="Times New Roman" panose="02020603050405020304" pitchFamily="18" charset="0"/>
                <a:ea typeface="Times New Roman" panose="02020603050405020304" pitchFamily="18" charset="0"/>
              </a:rPr>
              <a:t> </a:t>
            </a:r>
            <a:r>
              <a:rPr lang="en-US" sz="2500" spc="-10" dirty="0">
                <a:effectLst/>
                <a:latin typeface="Times New Roman" panose="02020603050405020304" pitchFamily="18" charset="0"/>
                <a:ea typeface="Times New Roman" panose="02020603050405020304" pitchFamily="18" charset="0"/>
              </a:rPr>
              <a:t>Algorithms</a:t>
            </a:r>
            <a:endParaRPr lang="en-IN" sz="2500" dirty="0">
              <a:effectLst/>
              <a:latin typeface="Times New Roman" panose="02020603050405020304" pitchFamily="18" charset="0"/>
              <a:ea typeface="Times New Roman" panose="02020603050405020304" pitchFamily="18" charset="0"/>
            </a:endParaRPr>
          </a:p>
          <a:p>
            <a:pPr marL="742950" lvl="1" indent="-285750">
              <a:spcBef>
                <a:spcPts val="765"/>
              </a:spcBef>
              <a:buFont typeface="Courier New" panose="02070309020205020404" pitchFamily="49" charset="0"/>
              <a:buChar char="o"/>
              <a:tabLst>
                <a:tab pos="668655" algn="l"/>
              </a:tabLst>
            </a:pPr>
            <a:r>
              <a:rPr lang="en-US" sz="2500" spc="-10" dirty="0" err="1">
                <a:effectLst/>
                <a:latin typeface="Times New Roman" panose="02020603050405020304" pitchFamily="18" charset="0"/>
                <a:ea typeface="Times New Roman" panose="02020603050405020304" pitchFamily="18" charset="0"/>
              </a:rPr>
              <a:t>Gradio</a:t>
            </a:r>
            <a:endParaRPr lang="en-IN" sz="25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EEA6-1052-1519-14C1-BFBACED4384B}"/>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EF50DCB-EF73-E2F1-6936-C74D0C577F33}"/>
              </a:ext>
            </a:extLst>
          </p:cNvPr>
          <p:cNvSpPr txBox="1"/>
          <p:nvPr/>
        </p:nvSpPr>
        <p:spPr>
          <a:xfrm>
            <a:off x="4267200" y="3619500"/>
            <a:ext cx="13477296" cy="987065"/>
          </a:xfrm>
          <a:prstGeom prst="rect">
            <a:avLst/>
          </a:prstGeom>
        </p:spPr>
        <p:txBody>
          <a:bodyPr wrap="square" lIns="0" tIns="0" rIns="0" bIns="0" rtlCol="0" anchor="t">
            <a:spAutoFit/>
          </a:bodyPr>
          <a:lstStyle/>
          <a:p>
            <a:pPr algn="l">
              <a:lnSpc>
                <a:spcPts val="8730"/>
              </a:lnSpc>
            </a:pPr>
            <a:r>
              <a:rPr lang="en-US" sz="5000" b="1" dirty="0">
                <a:solidFill>
                  <a:srgbClr val="000000"/>
                </a:solidFill>
                <a:latin typeface="Times New Roman Bold"/>
                <a:ea typeface="Times New Roman Bold"/>
                <a:cs typeface="Times New Roman Bold"/>
                <a:sym typeface="Times New Roman Bold"/>
              </a:rPr>
              <a:t>DESIGN WITH UML DIAGRAMS</a:t>
            </a:r>
          </a:p>
        </p:txBody>
      </p:sp>
    </p:spTree>
    <p:extLst>
      <p:ext uri="{BB962C8B-B14F-4D97-AF65-F5344CB8AC3E}">
        <p14:creationId xmlns:p14="http://schemas.microsoft.com/office/powerpoint/2010/main" val="2321678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42B95D-BA60-663C-F2C5-25A3B8901478}"/>
              </a:ext>
            </a:extLst>
          </p:cNvPr>
          <p:cNvSpPr txBox="1"/>
          <p:nvPr/>
        </p:nvSpPr>
        <p:spPr>
          <a:xfrm>
            <a:off x="5791200" y="876300"/>
            <a:ext cx="13477296" cy="987065"/>
          </a:xfrm>
          <a:prstGeom prst="rect">
            <a:avLst/>
          </a:prstGeom>
        </p:spPr>
        <p:txBody>
          <a:bodyPr wrap="square" lIns="0" tIns="0" rIns="0" bIns="0" rtlCol="0" anchor="t">
            <a:spAutoFit/>
          </a:bodyPr>
          <a:lstStyle/>
          <a:p>
            <a:pPr algn="l">
              <a:lnSpc>
                <a:spcPts val="8730"/>
              </a:lnSpc>
            </a:pPr>
            <a:r>
              <a:rPr lang="en-US" sz="5000" b="1" dirty="0">
                <a:solidFill>
                  <a:srgbClr val="000000"/>
                </a:solidFill>
                <a:latin typeface="Times New Roman Bold"/>
                <a:ea typeface="Times New Roman Bold"/>
                <a:cs typeface="Times New Roman Bold"/>
                <a:sym typeface="Times New Roman Bold"/>
              </a:rPr>
              <a:t>USE CASE DIAGRAM </a:t>
            </a:r>
          </a:p>
        </p:txBody>
      </p:sp>
      <p:pic>
        <p:nvPicPr>
          <p:cNvPr id="1026" name="Picture 2">
            <a:extLst>
              <a:ext uri="{FF2B5EF4-FFF2-40B4-BE49-F238E27FC236}">
                <a16:creationId xmlns:a16="http://schemas.microsoft.com/office/drawing/2014/main" id="{CD7A4EC8-3888-F37F-F56F-EE144A200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3056" y="2400300"/>
            <a:ext cx="7481888" cy="5809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400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8A8610-3D07-DC0D-7375-2E3A2954A29F}"/>
              </a:ext>
            </a:extLst>
          </p:cNvPr>
          <p:cNvSpPr txBox="1"/>
          <p:nvPr/>
        </p:nvSpPr>
        <p:spPr>
          <a:xfrm>
            <a:off x="5791200" y="876300"/>
            <a:ext cx="13477296" cy="987065"/>
          </a:xfrm>
          <a:prstGeom prst="rect">
            <a:avLst/>
          </a:prstGeom>
        </p:spPr>
        <p:txBody>
          <a:bodyPr wrap="square" lIns="0" tIns="0" rIns="0" bIns="0" rtlCol="0" anchor="t">
            <a:spAutoFit/>
          </a:bodyPr>
          <a:lstStyle/>
          <a:p>
            <a:pPr algn="l">
              <a:lnSpc>
                <a:spcPts val="8730"/>
              </a:lnSpc>
            </a:pPr>
            <a:r>
              <a:rPr lang="en-US" sz="5000" b="1" dirty="0">
                <a:solidFill>
                  <a:srgbClr val="000000"/>
                </a:solidFill>
                <a:latin typeface="Times New Roman Bold"/>
                <a:ea typeface="Times New Roman Bold"/>
                <a:cs typeface="Times New Roman Bold"/>
                <a:sym typeface="Times New Roman Bold"/>
              </a:rPr>
              <a:t>CLASS  DIAGRAM </a:t>
            </a:r>
          </a:p>
        </p:txBody>
      </p:sp>
      <p:pic>
        <p:nvPicPr>
          <p:cNvPr id="2050" name="Picture 2">
            <a:extLst>
              <a:ext uri="{FF2B5EF4-FFF2-40B4-BE49-F238E27FC236}">
                <a16:creationId xmlns:a16="http://schemas.microsoft.com/office/drawing/2014/main" id="{F5CC4A76-C323-E95B-CFDE-7EA6E1C64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424206"/>
            <a:ext cx="12115800" cy="540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443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lantUML Diagram">
            <a:extLst>
              <a:ext uri="{FF2B5EF4-FFF2-40B4-BE49-F238E27FC236}">
                <a16:creationId xmlns:a16="http://schemas.microsoft.com/office/drawing/2014/main" id="{1E0FA59D-2E18-1B95-E9C3-8986B54EB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723883"/>
            <a:ext cx="10048875" cy="683923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8229C1D-124E-BCA1-6BA5-D5A270D4E89C}"/>
              </a:ext>
            </a:extLst>
          </p:cNvPr>
          <p:cNvSpPr txBox="1"/>
          <p:nvPr/>
        </p:nvSpPr>
        <p:spPr>
          <a:xfrm>
            <a:off x="5410200" y="419100"/>
            <a:ext cx="13858296" cy="987065"/>
          </a:xfrm>
          <a:prstGeom prst="rect">
            <a:avLst/>
          </a:prstGeom>
        </p:spPr>
        <p:txBody>
          <a:bodyPr wrap="square" lIns="0" tIns="0" rIns="0" bIns="0" rtlCol="0" anchor="t">
            <a:spAutoFit/>
          </a:bodyPr>
          <a:lstStyle/>
          <a:p>
            <a:pPr algn="l">
              <a:lnSpc>
                <a:spcPts val="8730"/>
              </a:lnSpc>
            </a:pPr>
            <a:r>
              <a:rPr lang="en-US" sz="5000" b="1" dirty="0">
                <a:solidFill>
                  <a:srgbClr val="000000"/>
                </a:solidFill>
                <a:latin typeface="Times New Roman Bold"/>
                <a:ea typeface="Times New Roman Bold"/>
                <a:cs typeface="Times New Roman Bold"/>
                <a:sym typeface="Times New Roman Bold"/>
              </a:rPr>
              <a:t>SEQUENCE  DIAGRAM </a:t>
            </a:r>
          </a:p>
        </p:txBody>
      </p:sp>
    </p:spTree>
    <p:extLst>
      <p:ext uri="{BB962C8B-B14F-4D97-AF65-F5344CB8AC3E}">
        <p14:creationId xmlns:p14="http://schemas.microsoft.com/office/powerpoint/2010/main" val="37333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1582600-4BFA-9724-0C73-E50EDE61B49E}"/>
              </a:ext>
            </a:extLst>
          </p:cNvPr>
          <p:cNvSpPr txBox="1"/>
          <p:nvPr/>
        </p:nvSpPr>
        <p:spPr>
          <a:xfrm>
            <a:off x="3962400" y="647700"/>
            <a:ext cx="11205087" cy="1079398"/>
          </a:xfrm>
          <a:prstGeom prst="rect">
            <a:avLst/>
          </a:prstGeom>
          <a:noFill/>
        </p:spPr>
        <p:txBody>
          <a:bodyPr wrap="square">
            <a:spAutoFit/>
          </a:bodyPr>
          <a:lstStyle/>
          <a:p>
            <a:pPr algn="ctr">
              <a:lnSpc>
                <a:spcPts val="8730"/>
              </a:lnSpc>
            </a:pPr>
            <a:r>
              <a:rPr lang="en-US" sz="5000" b="1" dirty="0">
                <a:solidFill>
                  <a:srgbClr val="000000"/>
                </a:solidFill>
                <a:latin typeface="Times New Roman Bold"/>
                <a:ea typeface="Times New Roman Bold"/>
                <a:cs typeface="Times New Roman Bold"/>
                <a:sym typeface="Times New Roman Bold"/>
              </a:rPr>
              <a:t>DATA FLOW DIAGRAM</a:t>
            </a:r>
          </a:p>
        </p:txBody>
      </p:sp>
      <p:pic>
        <p:nvPicPr>
          <p:cNvPr id="5122" name="Picture 2" descr="PlantUML Diagram">
            <a:extLst>
              <a:ext uri="{FF2B5EF4-FFF2-40B4-BE49-F238E27FC236}">
                <a16:creationId xmlns:a16="http://schemas.microsoft.com/office/drawing/2014/main" id="{7BDB8D19-5CB8-87F0-E8F0-773246359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238500"/>
            <a:ext cx="11369842"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28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1C045-92C7-2DA7-9AFA-0F8A67F397A0}"/>
              </a:ext>
            </a:extLst>
          </p:cNvPr>
          <p:cNvSpPr txBox="1"/>
          <p:nvPr/>
        </p:nvSpPr>
        <p:spPr>
          <a:xfrm>
            <a:off x="4876800" y="495300"/>
            <a:ext cx="9151374" cy="1079398"/>
          </a:xfrm>
          <a:prstGeom prst="rect">
            <a:avLst/>
          </a:prstGeom>
          <a:noFill/>
        </p:spPr>
        <p:txBody>
          <a:bodyPr wrap="square">
            <a:spAutoFit/>
          </a:bodyPr>
          <a:lstStyle/>
          <a:p>
            <a:pPr algn="ctr">
              <a:lnSpc>
                <a:spcPts val="8730"/>
              </a:lnSpc>
            </a:pPr>
            <a:r>
              <a:rPr lang="en-US" sz="5000" b="1" dirty="0">
                <a:solidFill>
                  <a:srgbClr val="000000"/>
                </a:solidFill>
                <a:latin typeface="Times New Roman Bold"/>
                <a:ea typeface="Times New Roman Bold"/>
                <a:cs typeface="Times New Roman Bold"/>
                <a:sym typeface="Times New Roman Bold"/>
              </a:rPr>
              <a:t>COMPONENT DIAGRAM</a:t>
            </a:r>
          </a:p>
        </p:txBody>
      </p:sp>
      <p:pic>
        <p:nvPicPr>
          <p:cNvPr id="6146" name="Picture 2" descr="PlantUML Diagram">
            <a:extLst>
              <a:ext uri="{FF2B5EF4-FFF2-40B4-BE49-F238E27FC236}">
                <a16:creationId xmlns:a16="http://schemas.microsoft.com/office/drawing/2014/main" id="{AA6D4738-0ECC-60FB-AD7D-CD0B3E3F6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857500"/>
            <a:ext cx="13487400" cy="3452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588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DD55D-C398-732D-1650-BBDA4602DE60}"/>
              </a:ext>
            </a:extLst>
          </p:cNvPr>
          <p:cNvSpPr txBox="1"/>
          <p:nvPr/>
        </p:nvSpPr>
        <p:spPr>
          <a:xfrm>
            <a:off x="228600" y="571500"/>
            <a:ext cx="17754600" cy="377283"/>
          </a:xfrm>
          <a:prstGeom prst="rect">
            <a:avLst/>
          </a:prstGeom>
          <a:noFill/>
        </p:spPr>
        <p:txBody>
          <a:bodyPr wrap="square" rtlCol="0">
            <a:spAutoFit/>
          </a:bodyPr>
          <a:lstStyle/>
          <a:p>
            <a:pPr algn="ctr">
              <a:lnSpc>
                <a:spcPts val="1425"/>
              </a:lnSpc>
            </a:pPr>
            <a:r>
              <a:rPr lang="en-US" sz="5000" b="1" dirty="0">
                <a:latin typeface="Times New Roman" panose="02020603050405020304" pitchFamily="18" charset="0"/>
                <a:cs typeface="Times New Roman" panose="02020603050405020304" pitchFamily="18" charset="0"/>
              </a:rPr>
              <a:t>ALGORITHM </a:t>
            </a:r>
            <a:endParaRPr lang="en-IN" sz="5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AB54704-9B7E-C48B-86CD-1B696345D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16890"/>
            <a:ext cx="17145000" cy="9253220"/>
          </a:xfrm>
          <a:prstGeom prst="rect">
            <a:avLst/>
          </a:prstGeom>
        </p:spPr>
      </p:pic>
    </p:spTree>
    <p:extLst>
      <p:ext uri="{BB962C8B-B14F-4D97-AF65-F5344CB8AC3E}">
        <p14:creationId xmlns:p14="http://schemas.microsoft.com/office/powerpoint/2010/main" val="3487417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99329B-F18E-5846-08EA-164273B6BC2F}"/>
              </a:ext>
            </a:extLst>
          </p:cNvPr>
          <p:cNvSpPr txBox="1"/>
          <p:nvPr/>
        </p:nvSpPr>
        <p:spPr>
          <a:xfrm>
            <a:off x="2362200" y="571500"/>
            <a:ext cx="13563600" cy="1267014"/>
          </a:xfrm>
          <a:prstGeom prst="rect">
            <a:avLst/>
          </a:prstGeom>
          <a:noFill/>
        </p:spPr>
        <p:txBody>
          <a:bodyPr wrap="square" rtlCol="0">
            <a:spAutoFit/>
          </a:bodyPr>
          <a:lstStyle/>
          <a:p>
            <a:pPr algn="ctr">
              <a:lnSpc>
                <a:spcPts val="1425"/>
              </a:lnSpc>
            </a:pPr>
            <a:r>
              <a:rPr lang="en-IN" sz="3600" b="1" dirty="0">
                <a:latin typeface="Times New Roman" panose="02020603050405020304" pitchFamily="18" charset="0"/>
                <a:cs typeface="Times New Roman" panose="02020603050405020304" pitchFamily="18" charset="0"/>
              </a:rPr>
              <a:t>Train data and test data and applying CNN algorithm</a:t>
            </a:r>
            <a:endParaRPr lang="en-IN" sz="3600" b="1" dirty="0">
              <a:solidFill>
                <a:srgbClr val="C678DD"/>
              </a:solidFill>
              <a:effectLst/>
              <a:latin typeface="Times New Roman" panose="02020603050405020304" pitchFamily="18" charset="0"/>
              <a:cs typeface="Times New Roman" panose="02020603050405020304" pitchFamily="18" charset="0"/>
            </a:endParaRPr>
          </a:p>
          <a:p>
            <a:pPr>
              <a:lnSpc>
                <a:spcPts val="1425"/>
              </a:lnSpc>
            </a:pPr>
            <a:endParaRPr lang="en-IN" dirty="0">
              <a:solidFill>
                <a:srgbClr val="C678DD"/>
              </a:solidFill>
              <a:latin typeface="Consolas" panose="020B0609020204030204" pitchFamily="49" charset="0"/>
            </a:endParaRPr>
          </a:p>
          <a:p>
            <a:pPr>
              <a:lnSpc>
                <a:spcPts val="1425"/>
              </a:lnSpc>
            </a:pPr>
            <a:endParaRPr lang="en-IN" b="0" dirty="0">
              <a:solidFill>
                <a:srgbClr val="C678DD"/>
              </a:solidFill>
              <a:effectLst/>
              <a:latin typeface="Consolas" panose="020B0609020204030204" pitchFamily="49" charset="0"/>
            </a:endParaRPr>
          </a:p>
          <a:p>
            <a:pPr>
              <a:lnSpc>
                <a:spcPts val="1425"/>
              </a:lnSpc>
            </a:pPr>
            <a:endParaRPr lang="en-IN" dirty="0">
              <a:solidFill>
                <a:srgbClr val="C678DD"/>
              </a:solidFill>
              <a:latin typeface="Consolas" panose="020B0609020204030204" pitchFamily="49" charset="0"/>
            </a:endParaRPr>
          </a:p>
          <a:p>
            <a:pPr>
              <a:lnSpc>
                <a:spcPts val="1425"/>
              </a:lnSpc>
            </a:pPr>
            <a:endParaRPr lang="en-IN" b="0" dirty="0">
              <a:solidFill>
                <a:srgbClr val="C678DD"/>
              </a:solidFill>
              <a:effectLst/>
              <a:latin typeface="Consolas" panose="020B0609020204030204" pitchFamily="49" charset="0"/>
            </a:endParaRPr>
          </a:p>
          <a:p>
            <a:endParaRPr lang="en-IN" dirty="0"/>
          </a:p>
        </p:txBody>
      </p:sp>
      <p:pic>
        <p:nvPicPr>
          <p:cNvPr id="4" name="Picture 3">
            <a:extLst>
              <a:ext uri="{FF2B5EF4-FFF2-40B4-BE49-F238E27FC236}">
                <a16:creationId xmlns:a16="http://schemas.microsoft.com/office/drawing/2014/main" id="{E396463C-397A-1141-D37F-6D94A0ABC3AD}"/>
              </a:ext>
            </a:extLst>
          </p:cNvPr>
          <p:cNvPicPr>
            <a:picLocks noChangeAspect="1"/>
          </p:cNvPicPr>
          <p:nvPr/>
        </p:nvPicPr>
        <p:blipFill>
          <a:blip r:embed="rId2"/>
          <a:stretch>
            <a:fillRect/>
          </a:stretch>
        </p:blipFill>
        <p:spPr>
          <a:xfrm>
            <a:off x="1219200" y="0"/>
            <a:ext cx="17357514" cy="9486900"/>
          </a:xfrm>
          <a:prstGeom prst="rect">
            <a:avLst/>
          </a:prstGeom>
        </p:spPr>
      </p:pic>
    </p:spTree>
    <p:extLst>
      <p:ext uri="{BB962C8B-B14F-4D97-AF65-F5344CB8AC3E}">
        <p14:creationId xmlns:p14="http://schemas.microsoft.com/office/powerpoint/2010/main" val="67999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6F9FD9-47BA-F6A8-5595-0FAD6AF2F42F}"/>
              </a:ext>
            </a:extLst>
          </p:cNvPr>
          <p:cNvPicPr>
            <a:picLocks noChangeAspect="1"/>
          </p:cNvPicPr>
          <p:nvPr/>
        </p:nvPicPr>
        <p:blipFill>
          <a:blip r:embed="rId2"/>
          <a:stretch>
            <a:fillRect/>
          </a:stretch>
        </p:blipFill>
        <p:spPr>
          <a:xfrm>
            <a:off x="685800" y="0"/>
            <a:ext cx="16764000" cy="8754533"/>
          </a:xfrm>
          <a:prstGeom prst="rect">
            <a:avLst/>
          </a:prstGeom>
        </p:spPr>
      </p:pic>
    </p:spTree>
    <p:extLst>
      <p:ext uri="{BB962C8B-B14F-4D97-AF65-F5344CB8AC3E}">
        <p14:creationId xmlns:p14="http://schemas.microsoft.com/office/powerpoint/2010/main" val="3060214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DF1468-86EC-4DC2-6C7F-0701CB5A4714}"/>
              </a:ext>
            </a:extLst>
          </p:cNvPr>
          <p:cNvPicPr>
            <a:picLocks noChangeAspect="1"/>
          </p:cNvPicPr>
          <p:nvPr/>
        </p:nvPicPr>
        <p:blipFill>
          <a:blip r:embed="rId2"/>
          <a:stretch>
            <a:fillRect/>
          </a:stretch>
        </p:blipFill>
        <p:spPr>
          <a:xfrm>
            <a:off x="1493044" y="723900"/>
            <a:ext cx="15301912" cy="7691437"/>
          </a:xfrm>
          <a:prstGeom prst="rect">
            <a:avLst/>
          </a:prstGeom>
        </p:spPr>
      </p:pic>
    </p:spTree>
    <p:extLst>
      <p:ext uri="{BB962C8B-B14F-4D97-AF65-F5344CB8AC3E}">
        <p14:creationId xmlns:p14="http://schemas.microsoft.com/office/powerpoint/2010/main" val="3519838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AC7182-3FEB-5FDA-0E42-9D516091EFB6}"/>
              </a:ext>
            </a:extLst>
          </p:cNvPr>
          <p:cNvPicPr>
            <a:picLocks noChangeAspect="1"/>
          </p:cNvPicPr>
          <p:nvPr/>
        </p:nvPicPr>
        <p:blipFill>
          <a:blip r:embed="rId2"/>
          <a:stretch>
            <a:fillRect/>
          </a:stretch>
        </p:blipFill>
        <p:spPr>
          <a:xfrm>
            <a:off x="1828800" y="457200"/>
            <a:ext cx="14144625" cy="6743700"/>
          </a:xfrm>
          <a:prstGeom prst="rect">
            <a:avLst/>
          </a:prstGeom>
        </p:spPr>
      </p:pic>
      <p:sp>
        <p:nvSpPr>
          <p:cNvPr id="4" name="TextBox 3">
            <a:extLst>
              <a:ext uri="{FF2B5EF4-FFF2-40B4-BE49-F238E27FC236}">
                <a16:creationId xmlns:a16="http://schemas.microsoft.com/office/drawing/2014/main" id="{229091FD-D27A-9CB7-224E-13C06CE3EE27}"/>
              </a:ext>
            </a:extLst>
          </p:cNvPr>
          <p:cNvSpPr txBox="1"/>
          <p:nvPr/>
        </p:nvSpPr>
        <p:spPr>
          <a:xfrm>
            <a:off x="304800" y="7200900"/>
            <a:ext cx="17754600" cy="1384995"/>
          </a:xfrm>
          <a:prstGeom prst="rect">
            <a:avLst/>
          </a:prstGeom>
          <a:noFill/>
        </p:spPr>
        <p:txBody>
          <a:bodyPr wrap="square" rtlCol="0">
            <a:spAutoFit/>
          </a:bodyPr>
          <a:lstStyle/>
          <a:p>
            <a:endParaRPr lang="en-IN" sz="2800" b="1" dirty="0">
              <a:latin typeface="Times New Roman" panose="02020603050405020304" pitchFamily="18" charset="0"/>
              <a:cs typeface="Times New Roman" panose="02020603050405020304" pitchFamily="18" charset="0"/>
            </a:endParaRPr>
          </a:p>
          <a:p>
            <a:r>
              <a:rPr lang="en-US" sz="2800" b="1" i="0" dirty="0">
                <a:effectLst/>
                <a:latin typeface="Times New Roman" panose="02020603050405020304" pitchFamily="18" charset="0"/>
                <a:cs typeface="Times New Roman" panose="02020603050405020304" pitchFamily="18" charset="0"/>
              </a:rPr>
              <a:t>113/113 [==============================] - 4s 33ms/step - loss: 3.3912 - accuracy: 0.5626 Test Accuracy: 56.26%</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551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63CCB3-4975-E7C6-EFD9-360F84DE1175}"/>
              </a:ext>
            </a:extLst>
          </p:cNvPr>
          <p:cNvSpPr txBox="1"/>
          <p:nvPr/>
        </p:nvSpPr>
        <p:spPr>
          <a:xfrm>
            <a:off x="0" y="190500"/>
            <a:ext cx="13266174" cy="1077859"/>
          </a:xfrm>
          <a:prstGeom prst="rect">
            <a:avLst/>
          </a:prstGeom>
          <a:noFill/>
        </p:spPr>
        <p:txBody>
          <a:bodyPr wrap="square">
            <a:spAutoFit/>
          </a:bodyPr>
          <a:lstStyle/>
          <a:p>
            <a:pPr marL="0" rtl="0" eaLnBrk="1" latinLnBrk="0" hangingPunct="1">
              <a:lnSpc>
                <a:spcPts val="8730"/>
              </a:lnSpc>
            </a:pPr>
            <a:r>
              <a:rPr lang="en-US" sz="5000" b="1" dirty="0">
                <a:latin typeface="Times New Roman" panose="02020603050405020304" pitchFamily="18" charset="0"/>
                <a:cs typeface="Times New Roman" panose="02020603050405020304" pitchFamily="18" charset="0"/>
              </a:rPr>
              <a:t>     CODE </a:t>
            </a:r>
            <a:endParaRPr lang="en-IN" sz="5000" b="1" dirty="0">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243D48-C735-39CC-B500-9E0E78A0AF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729429"/>
            <a:ext cx="18108618" cy="8071671"/>
          </a:xfrm>
          <a:prstGeom prst="rect">
            <a:avLst/>
          </a:prstGeom>
        </p:spPr>
      </p:pic>
    </p:spTree>
    <p:extLst>
      <p:ext uri="{BB962C8B-B14F-4D97-AF65-F5344CB8AC3E}">
        <p14:creationId xmlns:p14="http://schemas.microsoft.com/office/powerpoint/2010/main" val="3265103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19B4EB-0395-C74D-105E-8EBD002A4D7B}"/>
              </a:ext>
            </a:extLst>
          </p:cNvPr>
          <p:cNvSpPr txBox="1"/>
          <p:nvPr/>
        </p:nvSpPr>
        <p:spPr>
          <a:xfrm>
            <a:off x="304800" y="342900"/>
            <a:ext cx="13422261" cy="1079398"/>
          </a:xfrm>
          <a:prstGeom prst="rect">
            <a:avLst/>
          </a:prstGeom>
          <a:noFill/>
        </p:spPr>
        <p:txBody>
          <a:bodyPr wrap="square">
            <a:spAutoFit/>
          </a:bodyPr>
          <a:lstStyle/>
          <a:p>
            <a:pPr algn="l">
              <a:lnSpc>
                <a:spcPts val="8730"/>
              </a:lnSpc>
            </a:pPr>
            <a:r>
              <a:rPr lang="en-US" sz="5000" dirty="0">
                <a:solidFill>
                  <a:srgbClr val="000000"/>
                </a:solidFill>
                <a:latin typeface="Times New Roman Bold"/>
                <a:ea typeface="Times New Roman Bold"/>
                <a:cs typeface="Times New Roman Bold"/>
                <a:sym typeface="Times New Roman Bold"/>
              </a:rPr>
              <a:t> Output:</a:t>
            </a:r>
          </a:p>
        </p:txBody>
      </p:sp>
      <p:pic>
        <p:nvPicPr>
          <p:cNvPr id="4" name="Image 83">
            <a:extLst>
              <a:ext uri="{FF2B5EF4-FFF2-40B4-BE49-F238E27FC236}">
                <a16:creationId xmlns:a16="http://schemas.microsoft.com/office/drawing/2014/main" id="{A0214627-59FA-40A8-56B3-44920D483178}"/>
              </a:ext>
            </a:extLst>
          </p:cNvPr>
          <p:cNvPicPr>
            <a:picLocks/>
          </p:cNvPicPr>
          <p:nvPr/>
        </p:nvPicPr>
        <p:blipFill>
          <a:blip r:embed="rId2" cstate="print"/>
          <a:stretch>
            <a:fillRect/>
          </a:stretch>
        </p:blipFill>
        <p:spPr>
          <a:xfrm>
            <a:off x="838200" y="2743877"/>
            <a:ext cx="16383000" cy="6095999"/>
          </a:xfrm>
          <a:prstGeom prst="rect">
            <a:avLst/>
          </a:prstGeom>
        </p:spPr>
      </p:pic>
      <p:sp>
        <p:nvSpPr>
          <p:cNvPr id="6" name="TextBox 5">
            <a:extLst>
              <a:ext uri="{FF2B5EF4-FFF2-40B4-BE49-F238E27FC236}">
                <a16:creationId xmlns:a16="http://schemas.microsoft.com/office/drawing/2014/main" id="{7805EA80-262B-3A13-F40C-4B245966019E}"/>
              </a:ext>
            </a:extLst>
          </p:cNvPr>
          <p:cNvSpPr txBox="1"/>
          <p:nvPr/>
        </p:nvSpPr>
        <p:spPr>
          <a:xfrm>
            <a:off x="609600" y="1422298"/>
            <a:ext cx="9151374" cy="1015663"/>
          </a:xfrm>
          <a:prstGeom prst="rect">
            <a:avLst/>
          </a:prstGeom>
          <a:noFill/>
        </p:spPr>
        <p:txBody>
          <a:bodyPr wrap="square">
            <a:spAutoFit/>
          </a:bodyPr>
          <a:lstStyle/>
          <a:p>
            <a:pPr marL="226695"/>
            <a:r>
              <a:rPr lang="en-US" sz="3200" dirty="0">
                <a:effectLst/>
                <a:latin typeface="Times New Roman" panose="02020603050405020304" pitchFamily="18" charset="0"/>
                <a:ea typeface="Times New Roman" panose="02020603050405020304" pitchFamily="18" charset="0"/>
              </a:rPr>
              <a:t>We</a:t>
            </a:r>
            <a:r>
              <a:rPr lang="en-US" sz="3200" spc="3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use</a:t>
            </a:r>
            <a:r>
              <a:rPr lang="en-US" sz="3200" spc="45" dirty="0">
                <a:effectLst/>
                <a:latin typeface="Times New Roman" panose="02020603050405020304" pitchFamily="18" charset="0"/>
                <a:ea typeface="Times New Roman" panose="02020603050405020304" pitchFamily="18" charset="0"/>
              </a:rPr>
              <a:t> </a:t>
            </a:r>
            <a:r>
              <a:rPr lang="en-US" sz="3200" b="1" dirty="0">
                <a:effectLst/>
                <a:latin typeface="Times New Roman" panose="02020603050405020304" pitchFamily="18" charset="0"/>
                <a:ea typeface="Times New Roman" panose="02020603050405020304" pitchFamily="18" charset="0"/>
              </a:rPr>
              <a:t>“python</a:t>
            </a:r>
            <a:r>
              <a:rPr lang="en-US" sz="3200" b="1" spc="40" dirty="0">
                <a:effectLst/>
                <a:latin typeface="Times New Roman" panose="02020603050405020304" pitchFamily="18" charset="0"/>
                <a:ea typeface="Times New Roman" panose="02020603050405020304" pitchFamily="18" charset="0"/>
              </a:rPr>
              <a:t> </a:t>
            </a:r>
            <a:r>
              <a:rPr lang="en-US" sz="3200" b="1" dirty="0">
                <a:effectLst/>
                <a:latin typeface="Times New Roman" panose="02020603050405020304" pitchFamily="18" charset="0"/>
                <a:ea typeface="Times New Roman" panose="02020603050405020304" pitchFamily="18" charset="0"/>
              </a:rPr>
              <a:t>App.py</a:t>
            </a:r>
            <a:r>
              <a:rPr lang="en-US" sz="3200" b="1" spc="30" dirty="0">
                <a:effectLst/>
                <a:latin typeface="Times New Roman" panose="02020603050405020304" pitchFamily="18" charset="0"/>
                <a:ea typeface="Times New Roman" panose="02020603050405020304" pitchFamily="18" charset="0"/>
              </a:rPr>
              <a:t> </a:t>
            </a:r>
            <a:r>
              <a:rPr lang="en-US" sz="3200" b="1" dirty="0">
                <a:effectLst/>
                <a:latin typeface="Times New Roman" panose="02020603050405020304" pitchFamily="18" charset="0"/>
                <a:ea typeface="Times New Roman" panose="02020603050405020304" pitchFamily="18" charset="0"/>
              </a:rPr>
              <a:t>”</a:t>
            </a:r>
            <a:r>
              <a:rPr lang="en-US" sz="3200" b="1" spc="36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to</a:t>
            </a:r>
            <a:r>
              <a:rPr lang="en-US" sz="3200" spc="1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make</a:t>
            </a:r>
            <a:r>
              <a:rPr lang="en-US" sz="3200" spc="3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run</a:t>
            </a:r>
            <a:r>
              <a:rPr lang="en-US" sz="3200" spc="3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the</a:t>
            </a:r>
            <a:r>
              <a:rPr lang="en-US" sz="3200" spc="40" dirty="0">
                <a:effectLst/>
                <a:latin typeface="Times New Roman" panose="02020603050405020304" pitchFamily="18" charset="0"/>
                <a:ea typeface="Times New Roman" panose="02020603050405020304" pitchFamily="18" charset="0"/>
              </a:rPr>
              <a:t> </a:t>
            </a:r>
            <a:r>
              <a:rPr lang="en-US" sz="3200" spc="-10" dirty="0">
                <a:effectLst/>
                <a:latin typeface="Times New Roman" panose="02020603050405020304" pitchFamily="18" charset="0"/>
                <a:ea typeface="Times New Roman" panose="02020603050405020304" pitchFamily="18" charset="0"/>
              </a:rPr>
              <a:t>server</a:t>
            </a:r>
          </a:p>
          <a:p>
            <a:pPr marL="226695"/>
            <a:r>
              <a:rPr lang="en-IN" sz="2800" dirty="0">
                <a:effectLst/>
                <a:latin typeface="Times New Roman" panose="02020603050405020304" pitchFamily="18" charset="0"/>
                <a:ea typeface="Times New Roman" panose="02020603050405020304" pitchFamily="18" charset="0"/>
              </a:rPr>
              <a:t>IT WILL GENRATE A LINK </a:t>
            </a:r>
          </a:p>
        </p:txBody>
      </p:sp>
    </p:spTree>
    <p:extLst>
      <p:ext uri="{BB962C8B-B14F-4D97-AF65-F5344CB8AC3E}">
        <p14:creationId xmlns:p14="http://schemas.microsoft.com/office/powerpoint/2010/main" val="678158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96BFC7-E560-9DDA-F0BD-3B612C35BC5C}"/>
              </a:ext>
            </a:extLst>
          </p:cNvPr>
          <p:cNvSpPr txBox="1"/>
          <p:nvPr/>
        </p:nvSpPr>
        <p:spPr>
          <a:xfrm>
            <a:off x="609600" y="571500"/>
            <a:ext cx="13117461" cy="461665"/>
          </a:xfrm>
          <a:prstGeom prst="rect">
            <a:avLst/>
          </a:prstGeom>
          <a:noFill/>
        </p:spPr>
        <p:txBody>
          <a:bodyPr wrap="square">
            <a:spAutoFit/>
          </a:bodyPr>
          <a:lstStyle/>
          <a:p>
            <a:pPr marL="226695">
              <a:spcBef>
                <a:spcPts val="5"/>
              </a:spcBef>
            </a:pPr>
            <a:r>
              <a:rPr lang="en-US" sz="2400" b="1" dirty="0">
                <a:effectLst/>
                <a:latin typeface="Times New Roman" panose="02020603050405020304" pitchFamily="18" charset="0"/>
                <a:ea typeface="Times New Roman" panose="02020603050405020304" pitchFamily="18" charset="0"/>
              </a:rPr>
              <a:t>After</a:t>
            </a:r>
            <a:r>
              <a:rPr lang="en-US" sz="2400" b="1" spc="2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clicking</a:t>
            </a:r>
            <a:r>
              <a:rPr lang="en-US" sz="2400" b="1" spc="5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the</a:t>
            </a:r>
            <a:r>
              <a:rPr lang="en-US" sz="2400" b="1" spc="3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link</a:t>
            </a:r>
            <a:r>
              <a:rPr lang="en-US" sz="2400" b="1" spc="5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it</a:t>
            </a:r>
            <a:r>
              <a:rPr lang="en-US" sz="2400" b="1" spc="2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will</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redirect</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to</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this</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page</a:t>
            </a:r>
            <a:r>
              <a:rPr lang="en-US" sz="2400" b="1" spc="3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a:t>
            </a:r>
            <a:r>
              <a:rPr lang="en-US" sz="2400" b="1" spc="3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This</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is</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the</a:t>
            </a:r>
            <a:r>
              <a:rPr lang="en-US" sz="2400" b="1" spc="4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interface</a:t>
            </a:r>
            <a:r>
              <a:rPr lang="en-US" sz="2400" b="1" spc="3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of</a:t>
            </a:r>
            <a:r>
              <a:rPr lang="en-US" sz="2400" b="1" spc="1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the</a:t>
            </a:r>
            <a:r>
              <a:rPr lang="en-US" sz="2400" b="1" spc="2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web</a:t>
            </a:r>
            <a:r>
              <a:rPr lang="en-US" sz="2400" b="1" spc="40" dirty="0">
                <a:effectLst/>
                <a:latin typeface="Times New Roman" panose="02020603050405020304" pitchFamily="18" charset="0"/>
                <a:ea typeface="Times New Roman" panose="02020603050405020304" pitchFamily="18" charset="0"/>
              </a:rPr>
              <a:t> </a:t>
            </a:r>
            <a:r>
              <a:rPr lang="en-US" sz="2400" b="1" spc="-20" dirty="0">
                <a:effectLst/>
                <a:latin typeface="Times New Roman" panose="02020603050405020304" pitchFamily="18" charset="0"/>
                <a:ea typeface="Times New Roman" panose="02020603050405020304" pitchFamily="18" charset="0"/>
              </a:rPr>
              <a:t>page</a:t>
            </a:r>
            <a:endParaRPr lang="en-IN" sz="2000" b="1" dirty="0">
              <a:effectLst/>
              <a:latin typeface="Times New Roman" panose="02020603050405020304" pitchFamily="18" charset="0"/>
              <a:ea typeface="Times New Roman" panose="02020603050405020304" pitchFamily="18" charset="0"/>
            </a:endParaRPr>
          </a:p>
        </p:txBody>
      </p:sp>
      <p:pic>
        <p:nvPicPr>
          <p:cNvPr id="4" name="Image 85">
            <a:extLst>
              <a:ext uri="{FF2B5EF4-FFF2-40B4-BE49-F238E27FC236}">
                <a16:creationId xmlns:a16="http://schemas.microsoft.com/office/drawing/2014/main" id="{7D6C447A-8632-18F8-0287-2B7EABAB6548}"/>
              </a:ext>
            </a:extLst>
          </p:cNvPr>
          <p:cNvPicPr>
            <a:picLocks/>
          </p:cNvPicPr>
          <p:nvPr/>
        </p:nvPicPr>
        <p:blipFill>
          <a:blip r:embed="rId2" cstate="print"/>
          <a:stretch>
            <a:fillRect/>
          </a:stretch>
        </p:blipFill>
        <p:spPr>
          <a:xfrm>
            <a:off x="914400" y="1562100"/>
            <a:ext cx="15773400" cy="6553200"/>
          </a:xfrm>
          <a:prstGeom prst="rect">
            <a:avLst/>
          </a:prstGeom>
        </p:spPr>
      </p:pic>
    </p:spTree>
    <p:extLst>
      <p:ext uri="{BB962C8B-B14F-4D97-AF65-F5344CB8AC3E}">
        <p14:creationId xmlns:p14="http://schemas.microsoft.com/office/powerpoint/2010/main" val="3623965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A887EC-8074-A931-C943-3FF3BA76A9B0}"/>
              </a:ext>
            </a:extLst>
          </p:cNvPr>
          <p:cNvSpPr txBox="1"/>
          <p:nvPr/>
        </p:nvSpPr>
        <p:spPr>
          <a:xfrm>
            <a:off x="609600" y="647700"/>
            <a:ext cx="13117461" cy="938077"/>
          </a:xfrm>
          <a:prstGeom prst="rect">
            <a:avLst/>
          </a:prstGeom>
          <a:noFill/>
        </p:spPr>
        <p:txBody>
          <a:bodyPr wrap="square">
            <a:spAutoFit/>
          </a:bodyPr>
          <a:lstStyle/>
          <a:p>
            <a:pPr marL="162560" marR="226060">
              <a:lnSpc>
                <a:spcPct val="101000"/>
              </a:lnSpc>
            </a:pPr>
            <a:r>
              <a:rPr lang="en-US" sz="2800" b="1" dirty="0">
                <a:effectLst/>
                <a:latin typeface="Times New Roman" panose="02020603050405020304" pitchFamily="18" charset="0"/>
                <a:ea typeface="Times New Roman" panose="02020603050405020304" pitchFamily="18" charset="0"/>
              </a:rPr>
              <a:t>After</a:t>
            </a:r>
            <a:r>
              <a:rPr lang="en-US" sz="2800" b="1" spc="375" dirty="0">
                <a:effectLst/>
                <a:latin typeface="Times New Roman" panose="02020603050405020304" pitchFamily="18" charset="0"/>
                <a:ea typeface="Times New Roman" panose="02020603050405020304" pitchFamily="18" charset="0"/>
              </a:rPr>
              <a:t> </a:t>
            </a:r>
            <a:r>
              <a:rPr lang="en-US" sz="2800" b="1" dirty="0">
                <a:effectLst/>
                <a:latin typeface="Times New Roman" panose="02020603050405020304" pitchFamily="18" charset="0"/>
                <a:ea typeface="Times New Roman" panose="02020603050405020304" pitchFamily="18" charset="0"/>
              </a:rPr>
              <a:t>Selecting the image from computer then click on submit button it show emotion of the image in the output box</a:t>
            </a:r>
            <a:endParaRPr lang="en-IN" sz="2400" b="1" dirty="0">
              <a:effectLst/>
              <a:latin typeface="Times New Roman" panose="02020603050405020304" pitchFamily="18" charset="0"/>
              <a:ea typeface="Times New Roman" panose="02020603050405020304" pitchFamily="18" charset="0"/>
            </a:endParaRPr>
          </a:p>
        </p:txBody>
      </p:sp>
      <p:pic>
        <p:nvPicPr>
          <p:cNvPr id="8" name="Image 88">
            <a:extLst>
              <a:ext uri="{FF2B5EF4-FFF2-40B4-BE49-F238E27FC236}">
                <a16:creationId xmlns:a16="http://schemas.microsoft.com/office/drawing/2014/main" id="{DE9EF05B-D716-DE14-24A7-4601E5346764}"/>
              </a:ext>
            </a:extLst>
          </p:cNvPr>
          <p:cNvPicPr>
            <a:picLocks/>
          </p:cNvPicPr>
          <p:nvPr/>
        </p:nvPicPr>
        <p:blipFill>
          <a:blip r:embed="rId2" cstate="print"/>
          <a:stretch>
            <a:fillRect/>
          </a:stretch>
        </p:blipFill>
        <p:spPr>
          <a:xfrm>
            <a:off x="914400" y="2095500"/>
            <a:ext cx="16916400" cy="6781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881E55-EE8C-8404-F3F1-6D728641FBA4}"/>
              </a:ext>
            </a:extLst>
          </p:cNvPr>
          <p:cNvSpPr txBox="1"/>
          <p:nvPr/>
        </p:nvSpPr>
        <p:spPr>
          <a:xfrm>
            <a:off x="228600" y="723900"/>
            <a:ext cx="17983200" cy="4862870"/>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Conclusion</a:t>
            </a:r>
          </a:p>
          <a:p>
            <a:endParaRPr lang="en-IN" dirty="0"/>
          </a:p>
          <a:p>
            <a:pPr algn="just"/>
            <a:r>
              <a:rPr lang="en-US" sz="3200" dirty="0">
                <a:latin typeface="Times New Roman" panose="02020603050405020304" pitchFamily="18" charset="0"/>
                <a:cs typeface="Times New Roman" panose="02020603050405020304" pitchFamily="18" charset="0"/>
              </a:rPr>
              <a:t>The developed emotion recognition system, leveraging the VGG19 architecture and FER-2013 dataset, achieved a final accuracy of 65%, demonstrating promising performance given the inherent challenges of facial expression analysis. While this accuracy may appear modest at first glance, it represents a significant milestone in balancing model complexity with real-world applicability. The system’s performance aligns with established benchmarks for the FER-2013 dataset, where state-of-the-art models typically achieve 65–75% accuracy due to the dataset’s limitations, including low-resolution images (48×48 pixels), subtle inter-class variations (e.g., distinguishing fear from surprise), and significant class imbalances (e.g., limited disgust samples). </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286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EA3CC3-CA68-204A-65CF-A38AEB2C20D4}"/>
              </a:ext>
            </a:extLst>
          </p:cNvPr>
          <p:cNvSpPr txBox="1"/>
          <p:nvPr/>
        </p:nvSpPr>
        <p:spPr>
          <a:xfrm>
            <a:off x="-32795" y="419100"/>
            <a:ext cx="18211800" cy="6217087"/>
          </a:xfrm>
          <a:prstGeom prst="rect">
            <a:avLst/>
          </a:prstGeom>
          <a:noFill/>
        </p:spPr>
        <p:txBody>
          <a:bodyPr wrap="square" rtlCol="0">
            <a:spAutoFit/>
          </a:bodyPr>
          <a:lstStyle/>
          <a:p>
            <a:pPr algn="ctr"/>
            <a:r>
              <a:rPr lang="en-US" sz="3600" b="1" dirty="0">
                <a:latin typeface="Times New Roman"/>
                <a:cs typeface="Times New Roman"/>
              </a:rPr>
              <a:t>FUTURE ENHANCEMENT</a:t>
            </a:r>
          </a:p>
          <a:p>
            <a:endParaRPr lang="en-US" sz="3600" b="1" dirty="0">
              <a:latin typeface="Times New Roman"/>
              <a:cs typeface="Times New Roman"/>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Advanced Architectures: o Replace VGG19 with lightweight, state-of-the-art models like Efficient Net, Vision Transformers (</a:t>
            </a:r>
            <a:r>
              <a:rPr lang="en-IN" sz="2800" dirty="0" err="1">
                <a:latin typeface="Times New Roman" panose="02020603050405020304" pitchFamily="18" charset="0"/>
                <a:cs typeface="Times New Roman" panose="02020603050405020304" pitchFamily="18" charset="0"/>
              </a:rPr>
              <a:t>ViT</a:t>
            </a:r>
            <a:r>
              <a:rPr lang="en-IN" sz="2800" dirty="0">
                <a:latin typeface="Times New Roman" panose="02020603050405020304" pitchFamily="18" charset="0"/>
                <a:cs typeface="Times New Roman" panose="02020603050405020304" pitchFamily="18" charset="0"/>
              </a:rPr>
              <a:t>), or hybrid CNN-Transformer architectures to improve accuracy while reducing computational costs. o Implement attention mechanisms to focus on critical facial regions (e.g., eyes, mouth) for fine-grained emotion analysis.</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Data-Centric Improvements: o Integrate high-resolution datasets (e.g., Affect Net, Celeb A) to address FER2013’s low resolution limitations. o Use synthetic data generation (e.g., GANs, diffusion models) to balance underrepresented classes like disgust. o Adopt contrastive learning or self-supervised pretraining to learn robust facial representations.</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Multimodal Fusion: o Combine facial analysis with speech tone, body language, or text sentiment (e.g., from user inputs) for context-aware emotion detection. o Explore temporal </a:t>
            </a:r>
            <a:r>
              <a:rPr lang="en-IN" sz="2800" dirty="0" err="1">
                <a:latin typeface="Times New Roman" panose="02020603050405020304" pitchFamily="18" charset="0"/>
                <a:cs typeface="Times New Roman" panose="02020603050405020304" pitchFamily="18" charset="0"/>
              </a:rPr>
              <a:t>modeling</a:t>
            </a:r>
            <a:r>
              <a:rPr lang="en-IN" sz="2800" dirty="0">
                <a:latin typeface="Times New Roman" panose="02020603050405020304" pitchFamily="18" charset="0"/>
                <a:cs typeface="Times New Roman" panose="02020603050405020304" pitchFamily="18" charset="0"/>
              </a:rPr>
              <a:t> (e.g., LSTMs, 3D CNNs)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emotion dynamics in video sequence</a:t>
            </a:r>
            <a:endParaRPr lang="en-US" sz="28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75807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040640-91D2-C928-02A6-FB1F11587D3B}"/>
              </a:ext>
            </a:extLst>
          </p:cNvPr>
          <p:cNvSpPr txBox="1"/>
          <p:nvPr/>
        </p:nvSpPr>
        <p:spPr>
          <a:xfrm>
            <a:off x="1219200" y="342900"/>
            <a:ext cx="16230600" cy="8309967"/>
          </a:xfrm>
          <a:prstGeom prst="rect">
            <a:avLst/>
          </a:prstGeom>
          <a:noFill/>
        </p:spPr>
        <p:txBody>
          <a:bodyPr wrap="square" rtlCol="0">
            <a:spAutoFit/>
          </a:bodyPr>
          <a:lstStyle/>
          <a:p>
            <a:pPr algn="ctr"/>
            <a:r>
              <a:rPr lang="en-US" sz="3600" b="1" dirty="0">
                <a:latin typeface="Times New Roman"/>
                <a:cs typeface="Times New Roman"/>
              </a:rPr>
              <a:t>REFERENCES</a:t>
            </a:r>
          </a:p>
          <a:p>
            <a:endParaRPr lang="en-US" b="1" dirty="0">
              <a:latin typeface="Times New Roman"/>
              <a:cs typeface="Times New Roman"/>
            </a:endParaRPr>
          </a:p>
          <a:p>
            <a:r>
              <a:rPr lang="en-IN" sz="2400" dirty="0">
                <a:latin typeface="Times New Roman" panose="02020603050405020304" pitchFamily="18" charset="0"/>
                <a:cs typeface="Times New Roman" panose="02020603050405020304" pitchFamily="18" charset="0"/>
              </a:rPr>
              <a:t>[1] Wu, L., Qi, M., Jian, M., &amp; Zhang, H. (2020). Visual sentiment analysis by combining global and local information. Neural Processing Letters, 51(3), 2063-2075.</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 Chaturvedi, I., Cambria, E., Welsch, R. E., &amp; Herrera, F. (2018). Distinguishing between facts and opinions for sentiment analysis: Survey and challenges. Information Fusion, 44, 65-77.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Hofacker, C. F., Malthouse, E. C., &amp; Sultan, F. (2016). Big data and consumer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Imminent opportunities. Journal of consumer marketing.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[4] Liu, X. Q., Wu, Q. L., &amp; Pan, W. T. (2019). Sentiment classification of micro‐blog comments based on </a:t>
            </a:r>
            <a:r>
              <a:rPr lang="en-IN" sz="2400" dirty="0" err="1">
                <a:latin typeface="Times New Roman" panose="02020603050405020304" pitchFamily="18" charset="0"/>
                <a:cs typeface="Times New Roman" panose="02020603050405020304" pitchFamily="18" charset="0"/>
              </a:rPr>
              <a:t>Randomforest</a:t>
            </a:r>
            <a:r>
              <a:rPr lang="en-IN" sz="2400" dirty="0">
                <a:latin typeface="Times New Roman" panose="02020603050405020304" pitchFamily="18" charset="0"/>
                <a:cs typeface="Times New Roman" panose="02020603050405020304" pitchFamily="18" charset="0"/>
              </a:rPr>
              <a:t> algorithm. Concurrency and Computation: Practice and Experience, 31(10), e4746.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[5] Taylor, W., Shah, S. A., </a:t>
            </a:r>
            <a:r>
              <a:rPr lang="en-IN" sz="2400" dirty="0" err="1">
                <a:latin typeface="Times New Roman" panose="02020603050405020304" pitchFamily="18" charset="0"/>
                <a:cs typeface="Times New Roman" panose="02020603050405020304" pitchFamily="18" charset="0"/>
              </a:rPr>
              <a:t>Dashtipour</a:t>
            </a:r>
            <a:r>
              <a:rPr lang="en-IN" sz="2400" dirty="0">
                <a:latin typeface="Times New Roman" panose="02020603050405020304" pitchFamily="18" charset="0"/>
                <a:cs typeface="Times New Roman" panose="02020603050405020304" pitchFamily="18" charset="0"/>
              </a:rPr>
              <a:t>, K., Zahid, A., Abbasi, Q. H., &amp; Imran, M. A. (2020). An intelligent non-invasive real-time human activity recognition system for next-generation healthcare. Sensors, 20(9), 2653.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[6] Yang, L., Zhang, H., Li, D., Xiao, F., &amp; Yang, S. (2021, September). Facial Expression Recognition Based on Transfer Learning and SVM. In Journal of Physics: Conference Series (Vol. 2025, No. 1, p. 012015). IOP Publishing.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[7] Simonyan, K., &amp; Zisserman, A. (2014). Very deep convolutional networks for large-scale image recognition.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preprint arXiv:1409.1556. </a:t>
            </a:r>
          </a:p>
        </p:txBody>
      </p:sp>
    </p:spTree>
    <p:extLst>
      <p:ext uri="{BB962C8B-B14F-4D97-AF65-F5344CB8AC3E}">
        <p14:creationId xmlns:p14="http://schemas.microsoft.com/office/powerpoint/2010/main" val="1523565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88802" y="3019867"/>
            <a:ext cx="10910396" cy="1492012"/>
          </a:xfrm>
          <a:prstGeom prst="rect">
            <a:avLst/>
          </a:prstGeom>
        </p:spPr>
        <p:txBody>
          <a:bodyPr lIns="0" tIns="0" rIns="0" bIns="0" rtlCol="0" anchor="t">
            <a:spAutoFit/>
          </a:bodyPr>
          <a:lstStyle/>
          <a:p>
            <a:pPr algn="ctr">
              <a:lnSpc>
                <a:spcPts val="12699"/>
              </a:lnSpc>
            </a:pPr>
            <a:r>
              <a:rPr lang="en-US" sz="9000" b="1" dirty="0">
                <a:solidFill>
                  <a:srgbClr val="000000"/>
                </a:solidFill>
                <a:latin typeface="Times New Roman" panose="02020603050405020304" pitchFamily="18" charset="0"/>
                <a:ea typeface="DM Sans Bold"/>
                <a:cs typeface="Times New Roman" panose="02020603050405020304" pitchFamily="18" charset="0"/>
                <a:sym typeface="DM Sans Bold"/>
              </a:rPr>
              <a:t>Thank you </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Retrospect</Template>
  <TotalTime>276</TotalTime>
  <Words>1426</Words>
  <Application>Microsoft Office PowerPoint</Application>
  <PresentationFormat>Custom</PresentationFormat>
  <Paragraphs>118</Paragraphs>
  <Slides>30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Symbol</vt:lpstr>
      <vt:lpstr>Times New Roman</vt:lpstr>
      <vt:lpstr>Calibri</vt:lpstr>
      <vt:lpstr>Consolas</vt:lpstr>
      <vt:lpstr>Courier New</vt:lpstr>
      <vt:lpstr>Century Gothic</vt:lpstr>
      <vt:lpstr>Times New Roman Bold</vt:lpstr>
      <vt:lpstr>Arial</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sed do eiusmod tempor incididunt ut labore et dolore magna aliqua. Ut enim ad minim veniam, quis nostrud exercitation ullamco laboris nisi ut aliquip ex ea commodo consequat.</dc:title>
  <cp:lastModifiedBy>BATHULA HARISAIKUMAR</cp:lastModifiedBy>
  <cp:revision>9</cp:revision>
  <dcterms:created xsi:type="dcterms:W3CDTF">2006-08-16T00:00:00Z</dcterms:created>
  <dcterms:modified xsi:type="dcterms:W3CDTF">2025-04-24T04:30:12Z</dcterms:modified>
  <dc:identifier>DAGTi-0kTHI</dc:identifier>
</cp:coreProperties>
</file>